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49"/>
  </p:notesMasterIdLst>
  <p:handoutMasterIdLst>
    <p:handoutMasterId r:id="rId50"/>
  </p:handoutMasterIdLst>
  <p:sldIdLst>
    <p:sldId id="378" r:id="rId5"/>
    <p:sldId id="499" r:id="rId6"/>
    <p:sldId id="412" r:id="rId7"/>
    <p:sldId id="474" r:id="rId8"/>
    <p:sldId id="452" r:id="rId9"/>
    <p:sldId id="392" r:id="rId10"/>
    <p:sldId id="395" r:id="rId11"/>
    <p:sldId id="456" r:id="rId12"/>
    <p:sldId id="500" r:id="rId13"/>
    <p:sldId id="393" r:id="rId14"/>
    <p:sldId id="457" r:id="rId15"/>
    <p:sldId id="463" r:id="rId16"/>
    <p:sldId id="468" r:id="rId17"/>
    <p:sldId id="477" r:id="rId18"/>
    <p:sldId id="402" r:id="rId19"/>
    <p:sldId id="407" r:id="rId20"/>
    <p:sldId id="485" r:id="rId21"/>
    <p:sldId id="400" r:id="rId22"/>
    <p:sldId id="473" r:id="rId23"/>
    <p:sldId id="401" r:id="rId24"/>
    <p:sldId id="467" r:id="rId25"/>
    <p:sldId id="486" r:id="rId26"/>
    <p:sldId id="411" r:id="rId27"/>
    <p:sldId id="491" r:id="rId28"/>
    <p:sldId id="490" r:id="rId29"/>
    <p:sldId id="487" r:id="rId30"/>
    <p:sldId id="488" r:id="rId31"/>
    <p:sldId id="479" r:id="rId32"/>
    <p:sldId id="466" r:id="rId33"/>
    <p:sldId id="493" r:id="rId34"/>
    <p:sldId id="496" r:id="rId35"/>
    <p:sldId id="464" r:id="rId36"/>
    <p:sldId id="489" r:id="rId37"/>
    <p:sldId id="492" r:id="rId38"/>
    <p:sldId id="408" r:id="rId39"/>
    <p:sldId id="409" r:id="rId40"/>
    <p:sldId id="410" r:id="rId41"/>
    <p:sldId id="396" r:id="rId42"/>
    <p:sldId id="397" r:id="rId43"/>
    <p:sldId id="398" r:id="rId44"/>
    <p:sldId id="475" r:id="rId45"/>
    <p:sldId id="476" r:id="rId46"/>
    <p:sldId id="403" r:id="rId47"/>
    <p:sldId id="465" r:id="rId48"/>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378"/>
            <p14:sldId id="499"/>
            <p14:sldId id="412"/>
            <p14:sldId id="474"/>
            <p14:sldId id="452"/>
            <p14:sldId id="392"/>
            <p14:sldId id="395"/>
            <p14:sldId id="456"/>
            <p14:sldId id="500"/>
            <p14:sldId id="393"/>
            <p14:sldId id="457"/>
            <p14:sldId id="463"/>
            <p14:sldId id="468"/>
            <p14:sldId id="477"/>
            <p14:sldId id="402"/>
            <p14:sldId id="407"/>
            <p14:sldId id="485"/>
            <p14:sldId id="400"/>
            <p14:sldId id="473"/>
            <p14:sldId id="401"/>
            <p14:sldId id="467"/>
            <p14:sldId id="486"/>
            <p14:sldId id="411"/>
            <p14:sldId id="491"/>
            <p14:sldId id="490"/>
            <p14:sldId id="487"/>
            <p14:sldId id="488"/>
            <p14:sldId id="479"/>
            <p14:sldId id="466"/>
            <p14:sldId id="493"/>
            <p14:sldId id="496"/>
            <p14:sldId id="464"/>
            <p14:sldId id="489"/>
            <p14:sldId id="492"/>
            <p14:sldId id="408"/>
            <p14:sldId id="409"/>
            <p14:sldId id="410"/>
            <p14:sldId id="396"/>
            <p14:sldId id="397"/>
            <p14:sldId id="398"/>
            <p14:sldId id="475"/>
            <p14:sldId id="476"/>
            <p14:sldId id="403"/>
            <p14:sldId id="46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E1E7D5"/>
    <a:srgbClr val="F9C3C3"/>
    <a:srgbClr val="DF6752"/>
    <a:srgbClr val="9DBB1D"/>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67" autoAdjust="0"/>
    <p:restoredTop sz="93651" autoAdjust="0"/>
  </p:normalViewPr>
  <p:slideViewPr>
    <p:cSldViewPr snapToGrid="0" snapToObjects="1">
      <p:cViewPr>
        <p:scale>
          <a:sx n="75" d="100"/>
          <a:sy n="75" d="100"/>
        </p:scale>
        <p:origin x="990" y="121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4ADC83F6-70F3-3346-9E22-F8FF7F6FAB19}"/>
    <pc:docChg chg="modSld">
      <pc:chgData name="Martin Siemienski Andersen" userId="3e5b9027-db81-4bdb-8ff3-173865797b46" providerId="ADAL" clId="{4ADC83F6-70F3-3346-9E22-F8FF7F6FAB19}" dt="2023-10-23T09:25:26.297" v="0" actId="20577"/>
      <pc:docMkLst>
        <pc:docMk/>
      </pc:docMkLst>
      <pc:sldChg chg="modSp mod">
        <pc:chgData name="Martin Siemienski Andersen" userId="3e5b9027-db81-4bdb-8ff3-173865797b46" providerId="ADAL" clId="{4ADC83F6-70F3-3346-9E22-F8FF7F6FAB19}" dt="2023-10-23T09:25:26.297" v="0" actId="20577"/>
        <pc:sldMkLst>
          <pc:docMk/>
          <pc:sldMk cId="532016651" sldId="402"/>
        </pc:sldMkLst>
        <pc:spChg chg="mod">
          <ac:chgData name="Martin Siemienski Andersen" userId="3e5b9027-db81-4bdb-8ff3-173865797b46" providerId="ADAL" clId="{4ADC83F6-70F3-3346-9E22-F8FF7F6FAB19}" dt="2023-10-23T09:25:26.297" v="0" actId="20577"/>
          <ac:spMkLst>
            <pc:docMk/>
            <pc:sldMk cId="532016651" sldId="402"/>
            <ac:spMk id="3" creationId="{B2956BCE-871C-4554-B8B1-952D70E7A7C4}"/>
          </ac:spMkLst>
        </pc:spChg>
      </pc:sldChg>
    </pc:docChg>
  </pc:docChgLst>
  <pc:docChgLst>
    <pc:chgData name="Martin Siemienski Andersen" userId="3e5b9027-db81-4bdb-8ff3-173865797b46" providerId="ADAL" clId="{A65B0AB1-8399-4301-8148-F5F16F1BDDCC}"/>
    <pc:docChg chg="undo custSel addSld delSld modSld modSection">
      <pc:chgData name="Martin Siemienski Andersen" userId="3e5b9027-db81-4bdb-8ff3-173865797b46" providerId="ADAL" clId="{A65B0AB1-8399-4301-8148-F5F16F1BDDCC}" dt="2024-07-08T08:30:53.328" v="703" actId="20577"/>
      <pc:docMkLst>
        <pc:docMk/>
      </pc:docMkLst>
      <pc:sldChg chg="modSp mod">
        <pc:chgData name="Martin Siemienski Andersen" userId="3e5b9027-db81-4bdb-8ff3-173865797b46" providerId="ADAL" clId="{A65B0AB1-8399-4301-8148-F5F16F1BDDCC}" dt="2024-07-08T08:10:54.131" v="180" actId="20577"/>
        <pc:sldMkLst>
          <pc:docMk/>
          <pc:sldMk cId="3417722849" sldId="393"/>
        </pc:sldMkLst>
        <pc:spChg chg="mod">
          <ac:chgData name="Martin Siemienski Andersen" userId="3e5b9027-db81-4bdb-8ff3-173865797b46" providerId="ADAL" clId="{A65B0AB1-8399-4301-8148-F5F16F1BDDCC}" dt="2024-07-08T08:10:54.131" v="180" actId="20577"/>
          <ac:spMkLst>
            <pc:docMk/>
            <pc:sldMk cId="3417722849" sldId="393"/>
            <ac:spMk id="10" creationId="{4513E7FF-7AD6-41AB-B533-BEFA08CDEB1D}"/>
          </ac:spMkLst>
        </pc:spChg>
        <pc:picChg chg="mod">
          <ac:chgData name="Martin Siemienski Andersen" userId="3e5b9027-db81-4bdb-8ff3-173865797b46" providerId="ADAL" clId="{A65B0AB1-8399-4301-8148-F5F16F1BDDCC}" dt="2024-07-08T08:09:39.919" v="57" actId="1076"/>
          <ac:picMkLst>
            <pc:docMk/>
            <pc:sldMk cId="3417722849" sldId="393"/>
            <ac:picMk id="12" creationId="{F008E200-BCE3-4895-A3F6-2FA3899BA4A2}"/>
          </ac:picMkLst>
        </pc:picChg>
      </pc:sldChg>
      <pc:sldChg chg="modSp mod">
        <pc:chgData name="Martin Siemienski Andersen" userId="3e5b9027-db81-4bdb-8ff3-173865797b46" providerId="ADAL" clId="{A65B0AB1-8399-4301-8148-F5F16F1BDDCC}" dt="2024-07-08T08:20:44.310" v="362" actId="6549"/>
        <pc:sldMkLst>
          <pc:docMk/>
          <pc:sldMk cId="1863275459" sldId="400"/>
        </pc:sldMkLst>
        <pc:spChg chg="mod">
          <ac:chgData name="Martin Siemienski Andersen" userId="3e5b9027-db81-4bdb-8ff3-173865797b46" providerId="ADAL" clId="{A65B0AB1-8399-4301-8148-F5F16F1BDDCC}" dt="2024-07-08T08:20:44.310" v="362" actId="6549"/>
          <ac:spMkLst>
            <pc:docMk/>
            <pc:sldMk cId="1863275459" sldId="400"/>
            <ac:spMk id="4" creationId="{5CB79B94-9720-49AE-94FC-E05A35E01BCA}"/>
          </ac:spMkLst>
        </pc:spChg>
      </pc:sldChg>
      <pc:sldChg chg="addSp modSp mod">
        <pc:chgData name="Martin Siemienski Andersen" userId="3e5b9027-db81-4bdb-8ff3-173865797b46" providerId="ADAL" clId="{A65B0AB1-8399-4301-8148-F5F16F1BDDCC}" dt="2024-07-08T08:25:06.180" v="578" actId="20577"/>
        <pc:sldMkLst>
          <pc:docMk/>
          <pc:sldMk cId="3128626905" sldId="401"/>
        </pc:sldMkLst>
        <pc:spChg chg="mod">
          <ac:chgData name="Martin Siemienski Andersen" userId="3e5b9027-db81-4bdb-8ff3-173865797b46" providerId="ADAL" clId="{A65B0AB1-8399-4301-8148-F5F16F1BDDCC}" dt="2024-07-08T08:25:06.180" v="578" actId="20577"/>
          <ac:spMkLst>
            <pc:docMk/>
            <pc:sldMk cId="3128626905" sldId="401"/>
            <ac:spMk id="7" creationId="{54EE23DC-3671-A065-7A92-8A3AF4C11A3A}"/>
          </ac:spMkLst>
        </pc:spChg>
        <pc:picChg chg="add mod">
          <ac:chgData name="Martin Siemienski Andersen" userId="3e5b9027-db81-4bdb-8ff3-173865797b46" providerId="ADAL" clId="{A65B0AB1-8399-4301-8148-F5F16F1BDDCC}" dt="2024-07-08T08:24:38.460" v="564" actId="1076"/>
          <ac:picMkLst>
            <pc:docMk/>
            <pc:sldMk cId="3128626905" sldId="401"/>
            <ac:picMk id="5" creationId="{AAB318D0-B28B-BDAD-F0CD-0954B23C8EC9}"/>
          </ac:picMkLst>
        </pc:picChg>
      </pc:sldChg>
      <pc:sldChg chg="modSp mod">
        <pc:chgData name="Martin Siemienski Andersen" userId="3e5b9027-db81-4bdb-8ff3-173865797b46" providerId="ADAL" clId="{A65B0AB1-8399-4301-8148-F5F16F1BDDCC}" dt="2024-07-08T08:19:21.837" v="342" actId="1076"/>
        <pc:sldMkLst>
          <pc:docMk/>
          <pc:sldMk cId="4134463651" sldId="407"/>
        </pc:sldMkLst>
        <pc:spChg chg="mod">
          <ac:chgData name="Martin Siemienski Andersen" userId="3e5b9027-db81-4bdb-8ff3-173865797b46" providerId="ADAL" clId="{A65B0AB1-8399-4301-8148-F5F16F1BDDCC}" dt="2024-07-08T08:18:54.165" v="339" actId="115"/>
          <ac:spMkLst>
            <pc:docMk/>
            <pc:sldMk cId="4134463651" sldId="407"/>
            <ac:spMk id="4" creationId="{31ADA4EA-5BC3-4E5E-887F-C8E29C085CD1}"/>
          </ac:spMkLst>
        </pc:spChg>
        <pc:spChg chg="mod">
          <ac:chgData name="Martin Siemienski Andersen" userId="3e5b9027-db81-4bdb-8ff3-173865797b46" providerId="ADAL" clId="{A65B0AB1-8399-4301-8148-F5F16F1BDDCC}" dt="2024-07-08T08:19:21.837" v="342" actId="1076"/>
          <ac:spMkLst>
            <pc:docMk/>
            <pc:sldMk cId="4134463651" sldId="407"/>
            <ac:spMk id="15" creationId="{58A448D4-25A5-4A37-8AAF-913D0A8832D0}"/>
          </ac:spMkLst>
        </pc:spChg>
      </pc:sldChg>
      <pc:sldChg chg="modSp mod">
        <pc:chgData name="Martin Siemienski Andersen" userId="3e5b9027-db81-4bdb-8ff3-173865797b46" providerId="ADAL" clId="{A65B0AB1-8399-4301-8148-F5F16F1BDDCC}" dt="2024-07-08T08:25:58.793" v="588" actId="20577"/>
        <pc:sldMkLst>
          <pc:docMk/>
          <pc:sldMk cId="3315296373" sldId="411"/>
        </pc:sldMkLst>
        <pc:spChg chg="mod">
          <ac:chgData name="Martin Siemienski Andersen" userId="3e5b9027-db81-4bdb-8ff3-173865797b46" providerId="ADAL" clId="{A65B0AB1-8399-4301-8148-F5F16F1BDDCC}" dt="2024-07-08T08:25:58.793" v="588" actId="20577"/>
          <ac:spMkLst>
            <pc:docMk/>
            <pc:sldMk cId="3315296373" sldId="411"/>
            <ac:spMk id="4" creationId="{33EE9E86-E611-4318-B255-AA4604B2AE5D}"/>
          </ac:spMkLst>
        </pc:spChg>
      </pc:sldChg>
      <pc:sldChg chg="delSp modSp mod">
        <pc:chgData name="Martin Siemienski Andersen" userId="3e5b9027-db81-4bdb-8ff3-173865797b46" providerId="ADAL" clId="{A65B0AB1-8399-4301-8148-F5F16F1BDDCC}" dt="2024-07-08T08:08:27.504" v="50" actId="478"/>
        <pc:sldMkLst>
          <pc:docMk/>
          <pc:sldMk cId="2231736065" sldId="456"/>
        </pc:sldMkLst>
        <pc:spChg chg="del">
          <ac:chgData name="Martin Siemienski Andersen" userId="3e5b9027-db81-4bdb-8ff3-173865797b46" providerId="ADAL" clId="{A65B0AB1-8399-4301-8148-F5F16F1BDDCC}" dt="2024-07-08T08:08:27.504" v="50" actId="478"/>
          <ac:spMkLst>
            <pc:docMk/>
            <pc:sldMk cId="2231736065" sldId="456"/>
            <ac:spMk id="5" creationId="{88EA2439-E815-8651-9C42-DDD2139E4954}"/>
          </ac:spMkLst>
        </pc:spChg>
        <pc:spChg chg="mod">
          <ac:chgData name="Martin Siemienski Andersen" userId="3e5b9027-db81-4bdb-8ff3-173865797b46" providerId="ADAL" clId="{A65B0AB1-8399-4301-8148-F5F16F1BDDCC}" dt="2024-07-08T08:08:19.380" v="49" actId="115"/>
          <ac:spMkLst>
            <pc:docMk/>
            <pc:sldMk cId="2231736065" sldId="456"/>
            <ac:spMk id="9" creationId="{D7F66A11-4D30-E5D5-A367-354FE2160F95}"/>
          </ac:spMkLst>
        </pc:spChg>
      </pc:sldChg>
      <pc:sldChg chg="modSp mod">
        <pc:chgData name="Martin Siemienski Andersen" userId="3e5b9027-db81-4bdb-8ff3-173865797b46" providerId="ADAL" clId="{A65B0AB1-8399-4301-8148-F5F16F1BDDCC}" dt="2024-07-08T08:13:19.201" v="233" actId="6549"/>
        <pc:sldMkLst>
          <pc:docMk/>
          <pc:sldMk cId="1783744845" sldId="463"/>
        </pc:sldMkLst>
        <pc:spChg chg="mod">
          <ac:chgData name="Martin Siemienski Andersen" userId="3e5b9027-db81-4bdb-8ff3-173865797b46" providerId="ADAL" clId="{A65B0AB1-8399-4301-8148-F5F16F1BDDCC}" dt="2024-07-08T08:13:19.201" v="233" actId="6549"/>
          <ac:spMkLst>
            <pc:docMk/>
            <pc:sldMk cId="1783744845" sldId="463"/>
            <ac:spMk id="4" creationId="{F6729CDB-7796-54AC-C8D2-0200E1B24AEC}"/>
          </ac:spMkLst>
        </pc:spChg>
      </pc:sldChg>
      <pc:sldChg chg="modSp mod">
        <pc:chgData name="Martin Siemienski Andersen" userId="3e5b9027-db81-4bdb-8ff3-173865797b46" providerId="ADAL" clId="{A65B0AB1-8399-4301-8148-F5F16F1BDDCC}" dt="2024-07-08T08:29:31.982" v="653" actId="20577"/>
        <pc:sldMkLst>
          <pc:docMk/>
          <pc:sldMk cId="2973186146" sldId="464"/>
        </pc:sldMkLst>
        <pc:spChg chg="mod">
          <ac:chgData name="Martin Siemienski Andersen" userId="3e5b9027-db81-4bdb-8ff3-173865797b46" providerId="ADAL" clId="{A65B0AB1-8399-4301-8148-F5F16F1BDDCC}" dt="2024-07-08T08:29:31.982" v="653" actId="20577"/>
          <ac:spMkLst>
            <pc:docMk/>
            <pc:sldMk cId="2973186146" sldId="464"/>
            <ac:spMk id="4" creationId="{16C40AC8-92BC-EADB-4D9F-F3D0E46DC0D4}"/>
          </ac:spMkLst>
        </pc:spChg>
      </pc:sldChg>
      <pc:sldChg chg="modSp mod">
        <pc:chgData name="Martin Siemienski Andersen" userId="3e5b9027-db81-4bdb-8ff3-173865797b46" providerId="ADAL" clId="{A65B0AB1-8399-4301-8148-F5F16F1BDDCC}" dt="2024-07-08T08:17:35.289" v="283" actId="6549"/>
        <pc:sldMkLst>
          <pc:docMk/>
          <pc:sldMk cId="3662016152" sldId="466"/>
        </pc:sldMkLst>
        <pc:spChg chg="mod">
          <ac:chgData name="Martin Siemienski Andersen" userId="3e5b9027-db81-4bdb-8ff3-173865797b46" providerId="ADAL" clId="{A65B0AB1-8399-4301-8148-F5F16F1BDDCC}" dt="2024-07-08T08:17:35.289" v="283" actId="6549"/>
          <ac:spMkLst>
            <pc:docMk/>
            <pc:sldMk cId="3662016152" sldId="466"/>
            <ac:spMk id="5" creationId="{8298025D-B850-4D0E-9A64-A0C16F9B265B}"/>
          </ac:spMkLst>
        </pc:spChg>
      </pc:sldChg>
      <pc:sldChg chg="modSp mod">
        <pc:chgData name="Martin Siemienski Andersen" userId="3e5b9027-db81-4bdb-8ff3-173865797b46" providerId="ADAL" clId="{A65B0AB1-8399-4301-8148-F5F16F1BDDCC}" dt="2024-07-08T08:14:31.925" v="265" actId="20577"/>
        <pc:sldMkLst>
          <pc:docMk/>
          <pc:sldMk cId="2502620546" sldId="468"/>
        </pc:sldMkLst>
        <pc:spChg chg="mod">
          <ac:chgData name="Martin Siemienski Andersen" userId="3e5b9027-db81-4bdb-8ff3-173865797b46" providerId="ADAL" clId="{A65B0AB1-8399-4301-8148-F5F16F1BDDCC}" dt="2024-07-08T08:13:41.186" v="235" actId="20577"/>
          <ac:spMkLst>
            <pc:docMk/>
            <pc:sldMk cId="2502620546" sldId="468"/>
            <ac:spMk id="4" creationId="{F6729CDB-7796-54AC-C8D2-0200E1B24AEC}"/>
          </ac:spMkLst>
        </pc:spChg>
        <pc:spChg chg="mod">
          <ac:chgData name="Martin Siemienski Andersen" userId="3e5b9027-db81-4bdb-8ff3-173865797b46" providerId="ADAL" clId="{A65B0AB1-8399-4301-8148-F5F16F1BDDCC}" dt="2024-07-08T08:14:31.925" v="265" actId="20577"/>
          <ac:spMkLst>
            <pc:docMk/>
            <pc:sldMk cId="2502620546" sldId="468"/>
            <ac:spMk id="6" creationId="{B3AAF1DE-4B91-4177-6E15-14D5021FFC3C}"/>
          </ac:spMkLst>
        </pc:spChg>
      </pc:sldChg>
      <pc:sldChg chg="addSp delSp modSp del mod">
        <pc:chgData name="Martin Siemienski Andersen" userId="3e5b9027-db81-4bdb-8ff3-173865797b46" providerId="ADAL" clId="{A65B0AB1-8399-4301-8148-F5F16F1BDDCC}" dt="2024-07-08T08:09:25.996" v="55" actId="47"/>
        <pc:sldMkLst>
          <pc:docMk/>
          <pc:sldMk cId="2709229726" sldId="471"/>
        </pc:sldMkLst>
        <pc:spChg chg="mod">
          <ac:chgData name="Martin Siemienski Andersen" userId="3e5b9027-db81-4bdb-8ff3-173865797b46" providerId="ADAL" clId="{A65B0AB1-8399-4301-8148-F5F16F1BDDCC}" dt="2024-07-08T08:09:08.554" v="54" actId="20577"/>
          <ac:spMkLst>
            <pc:docMk/>
            <pc:sldMk cId="2709229726" sldId="471"/>
            <ac:spMk id="4" creationId="{2FE866F4-9F04-86D4-ACC4-57A42C9BBB6A}"/>
          </ac:spMkLst>
        </pc:spChg>
        <pc:spChg chg="add del mod">
          <ac:chgData name="Martin Siemienski Andersen" userId="3e5b9027-db81-4bdb-8ff3-173865797b46" providerId="ADAL" clId="{A65B0AB1-8399-4301-8148-F5F16F1BDDCC}" dt="2024-07-08T08:08:57.963" v="52" actId="478"/>
          <ac:spMkLst>
            <pc:docMk/>
            <pc:sldMk cId="2709229726" sldId="471"/>
            <ac:spMk id="5" creationId="{E2B56703-35F2-C534-F929-6A6E1362352F}"/>
          </ac:spMkLst>
        </pc:spChg>
        <pc:spChg chg="del">
          <ac:chgData name="Martin Siemienski Andersen" userId="3e5b9027-db81-4bdb-8ff3-173865797b46" providerId="ADAL" clId="{A65B0AB1-8399-4301-8148-F5F16F1BDDCC}" dt="2024-07-08T08:08:55.732" v="51" actId="478"/>
          <ac:spMkLst>
            <pc:docMk/>
            <pc:sldMk cId="2709229726" sldId="471"/>
            <ac:spMk id="8" creationId="{555F6ED6-6E7D-8602-6165-C6221E5A7C2C}"/>
          </ac:spMkLst>
        </pc:spChg>
      </pc:sldChg>
      <pc:sldChg chg="modSp mod">
        <pc:chgData name="Martin Siemienski Andersen" userId="3e5b9027-db81-4bdb-8ff3-173865797b46" providerId="ADAL" clId="{A65B0AB1-8399-4301-8148-F5F16F1BDDCC}" dt="2024-07-08T08:30:45.332" v="683" actId="6549"/>
        <pc:sldMkLst>
          <pc:docMk/>
          <pc:sldMk cId="3969491273" sldId="489"/>
        </pc:sldMkLst>
        <pc:spChg chg="mod">
          <ac:chgData name="Martin Siemienski Andersen" userId="3e5b9027-db81-4bdb-8ff3-173865797b46" providerId="ADAL" clId="{A65B0AB1-8399-4301-8148-F5F16F1BDDCC}" dt="2024-07-08T08:30:45.332" v="683" actId="6549"/>
          <ac:spMkLst>
            <pc:docMk/>
            <pc:sldMk cId="3969491273" sldId="489"/>
            <ac:spMk id="4" creationId="{16C40AC8-92BC-EADB-4D9F-F3D0E46DC0D4}"/>
          </ac:spMkLst>
        </pc:spChg>
      </pc:sldChg>
      <pc:sldChg chg="modSp mod">
        <pc:chgData name="Martin Siemienski Andersen" userId="3e5b9027-db81-4bdb-8ff3-173865797b46" providerId="ADAL" clId="{A65B0AB1-8399-4301-8148-F5F16F1BDDCC}" dt="2024-07-08T08:26:48.285" v="613" actId="6549"/>
        <pc:sldMkLst>
          <pc:docMk/>
          <pc:sldMk cId="249394238" sldId="490"/>
        </pc:sldMkLst>
        <pc:spChg chg="mod">
          <ac:chgData name="Martin Siemienski Andersen" userId="3e5b9027-db81-4bdb-8ff3-173865797b46" providerId="ADAL" clId="{A65B0AB1-8399-4301-8148-F5F16F1BDDCC}" dt="2024-07-08T08:26:48.285" v="613" actId="6549"/>
          <ac:spMkLst>
            <pc:docMk/>
            <pc:sldMk cId="249394238" sldId="490"/>
            <ac:spMk id="4" creationId="{2123031A-B3BD-45FF-CD74-E5F916708264}"/>
          </ac:spMkLst>
        </pc:spChg>
      </pc:sldChg>
      <pc:sldChg chg="modSp mod">
        <pc:chgData name="Martin Siemienski Andersen" userId="3e5b9027-db81-4bdb-8ff3-173865797b46" providerId="ADAL" clId="{A65B0AB1-8399-4301-8148-F5F16F1BDDCC}" dt="2024-07-08T08:30:53.328" v="703" actId="20577"/>
        <pc:sldMkLst>
          <pc:docMk/>
          <pc:sldMk cId="3859974388" sldId="492"/>
        </pc:sldMkLst>
        <pc:spChg chg="mod">
          <ac:chgData name="Martin Siemienski Andersen" userId="3e5b9027-db81-4bdb-8ff3-173865797b46" providerId="ADAL" clId="{A65B0AB1-8399-4301-8148-F5F16F1BDDCC}" dt="2024-07-08T08:30:53.328" v="703" actId="20577"/>
          <ac:spMkLst>
            <pc:docMk/>
            <pc:sldMk cId="3859974388" sldId="492"/>
            <ac:spMk id="4" creationId="{16C40AC8-92BC-EADB-4D9F-F3D0E46DC0D4}"/>
          </ac:spMkLst>
        </pc:spChg>
      </pc:sldChg>
      <pc:sldChg chg="modSp add mod setBg">
        <pc:chgData name="Martin Siemienski Andersen" userId="3e5b9027-db81-4bdb-8ff3-173865797b46" providerId="ADAL" clId="{A65B0AB1-8399-4301-8148-F5F16F1BDDCC}" dt="2024-07-08T08:17:05.684" v="281" actId="20577"/>
        <pc:sldMkLst>
          <pc:docMk/>
          <pc:sldMk cId="3850754048" sldId="493"/>
        </pc:sldMkLst>
        <pc:spChg chg="mod">
          <ac:chgData name="Martin Siemienski Andersen" userId="3e5b9027-db81-4bdb-8ff3-173865797b46" providerId="ADAL" clId="{A65B0AB1-8399-4301-8148-F5F16F1BDDCC}" dt="2024-07-08T08:17:05.684" v="281" actId="20577"/>
          <ac:spMkLst>
            <pc:docMk/>
            <pc:sldMk cId="3850754048" sldId="493"/>
            <ac:spMk id="5" creationId="{8298025D-B850-4D0E-9A64-A0C16F9B265B}"/>
          </ac:spMkLst>
        </pc:spChg>
      </pc:sldChg>
    </pc:docChg>
  </pc:docChgLst>
  <pc:docChgLst>
    <pc:chgData name="John Hansen" userId="4cb6df52-f46b-4a86-9a6e-3c7ce04f8df2" providerId="ADAL" clId="{05D1F6BE-D1EC-4A98-BE92-0548E5107F83}"/>
    <pc:docChg chg="undo custSel modSld">
      <pc:chgData name="John Hansen" userId="4cb6df52-f46b-4a86-9a6e-3c7ce04f8df2" providerId="ADAL" clId="{05D1F6BE-D1EC-4A98-BE92-0548E5107F83}" dt="2021-10-05T19:29:23.852" v="10" actId="1076"/>
      <pc:docMkLst>
        <pc:docMk/>
      </pc:docMkLst>
      <pc:sldChg chg="modSp mod">
        <pc:chgData name="John Hansen" userId="4cb6df52-f46b-4a86-9a6e-3c7ce04f8df2" providerId="ADAL" clId="{05D1F6BE-D1EC-4A98-BE92-0548E5107F83}" dt="2021-10-05T19:08:36.071" v="2" actId="14100"/>
        <pc:sldMkLst>
          <pc:docMk/>
          <pc:sldMk cId="1984459170" sldId="396"/>
        </pc:sldMkLst>
        <pc:spChg chg="mod">
          <ac:chgData name="John Hansen" userId="4cb6df52-f46b-4a86-9a6e-3c7ce04f8df2" providerId="ADAL" clId="{05D1F6BE-D1EC-4A98-BE92-0548E5107F83}" dt="2021-10-05T19:08:36.071" v="2" actId="14100"/>
          <ac:spMkLst>
            <pc:docMk/>
            <pc:sldMk cId="1984459170" sldId="396"/>
            <ac:spMk id="6" creationId="{07588FC4-8C2C-45BC-8F31-057D921EC879}"/>
          </ac:spMkLst>
        </pc:spChg>
        <pc:spChg chg="mod">
          <ac:chgData name="John Hansen" userId="4cb6df52-f46b-4a86-9a6e-3c7ce04f8df2" providerId="ADAL" clId="{05D1F6BE-D1EC-4A98-BE92-0548E5107F83}" dt="2021-09-28T21:19:01.811" v="0"/>
          <ac:spMkLst>
            <pc:docMk/>
            <pc:sldMk cId="1984459170" sldId="396"/>
            <ac:spMk id="32" creationId="{70EA2FA7-5300-441F-92E3-6BC0DB4FCFE4}"/>
          </ac:spMkLst>
        </pc:spChg>
      </pc:sldChg>
      <pc:sldChg chg="addSp modSp mod modAnim">
        <pc:chgData name="John Hansen" userId="4cb6df52-f46b-4a86-9a6e-3c7ce04f8df2" providerId="ADAL" clId="{05D1F6BE-D1EC-4A98-BE92-0548E5107F83}" dt="2021-10-05T19:29:23.852" v="10" actId="1076"/>
        <pc:sldMkLst>
          <pc:docMk/>
          <pc:sldMk cId="3277127524" sldId="405"/>
        </pc:sldMkLst>
        <pc:spChg chg="add mod">
          <ac:chgData name="John Hansen" userId="4cb6df52-f46b-4a86-9a6e-3c7ce04f8df2" providerId="ADAL" clId="{05D1F6BE-D1EC-4A98-BE92-0548E5107F83}" dt="2021-10-05T19:29:23.852" v="10" actId="1076"/>
          <ac:spMkLst>
            <pc:docMk/>
            <pc:sldMk cId="3277127524" sldId="405"/>
            <ac:spMk id="10" creationId="{8CD0B505-382C-4134-9BEF-D51963DF7936}"/>
          </ac:spMkLst>
        </pc:spChg>
        <pc:picChg chg="add mod">
          <ac:chgData name="John Hansen" userId="4cb6df52-f46b-4a86-9a6e-3c7ce04f8df2" providerId="ADAL" clId="{05D1F6BE-D1EC-4A98-BE92-0548E5107F83}" dt="2021-10-05T19:22:22.423" v="7"/>
          <ac:picMkLst>
            <pc:docMk/>
            <pc:sldMk cId="3277127524" sldId="405"/>
            <ac:picMk id="6" creationId="{2CC89791-5FA0-474C-8295-A7800FF6735A}"/>
          </ac:picMkLst>
        </pc:picChg>
      </pc:sldChg>
    </pc:docChg>
  </pc:docChgLst>
  <pc:docChgLst>
    <pc:chgData name="Martin Siemienski Andersen" userId="3e5b9027-db81-4bdb-8ff3-173865797b46" providerId="ADAL" clId="{8B091711-26D6-4EDA-B72C-460E0F46354F}"/>
    <pc:docChg chg="undo custSel addSld delSld modSld sldOrd modSection">
      <pc:chgData name="Martin Siemienski Andersen" userId="3e5b9027-db81-4bdb-8ff3-173865797b46" providerId="ADAL" clId="{8B091711-26D6-4EDA-B72C-460E0F46354F}" dt="2024-06-19T07:02:48.530" v="3607"/>
      <pc:docMkLst>
        <pc:docMk/>
      </pc:docMkLst>
      <pc:sldChg chg="modSp mod ord">
        <pc:chgData name="Martin Siemienski Andersen" userId="3e5b9027-db81-4bdb-8ff3-173865797b46" providerId="ADAL" clId="{8B091711-26D6-4EDA-B72C-460E0F46354F}" dt="2024-06-18T10:48:49.440" v="1546" actId="20577"/>
        <pc:sldMkLst>
          <pc:docMk/>
          <pc:sldMk cId="1792429618" sldId="395"/>
        </pc:sldMkLst>
        <pc:spChg chg="mod">
          <ac:chgData name="Martin Siemienski Andersen" userId="3e5b9027-db81-4bdb-8ff3-173865797b46" providerId="ADAL" clId="{8B091711-26D6-4EDA-B72C-460E0F46354F}" dt="2024-06-18T10:48:49.440" v="1546" actId="20577"/>
          <ac:spMkLst>
            <pc:docMk/>
            <pc:sldMk cId="1792429618" sldId="395"/>
            <ac:spMk id="3" creationId="{B9BD86FD-0F1F-4416-AD67-596B58DFE868}"/>
          </ac:spMkLst>
        </pc:spChg>
      </pc:sldChg>
      <pc:sldChg chg="ord">
        <pc:chgData name="Martin Siemienski Andersen" userId="3e5b9027-db81-4bdb-8ff3-173865797b46" providerId="ADAL" clId="{8B091711-26D6-4EDA-B72C-460E0F46354F}" dt="2024-06-17T10:33:44.516" v="1"/>
        <pc:sldMkLst>
          <pc:docMk/>
          <pc:sldMk cId="1984459170" sldId="396"/>
        </pc:sldMkLst>
      </pc:sldChg>
      <pc:sldChg chg="ord">
        <pc:chgData name="Martin Siemienski Andersen" userId="3e5b9027-db81-4bdb-8ff3-173865797b46" providerId="ADAL" clId="{8B091711-26D6-4EDA-B72C-460E0F46354F}" dt="2024-06-17T10:33:44.516" v="1"/>
        <pc:sldMkLst>
          <pc:docMk/>
          <pc:sldMk cId="931047619" sldId="397"/>
        </pc:sldMkLst>
      </pc:sldChg>
      <pc:sldChg chg="ord">
        <pc:chgData name="Martin Siemienski Andersen" userId="3e5b9027-db81-4bdb-8ff3-173865797b46" providerId="ADAL" clId="{8B091711-26D6-4EDA-B72C-460E0F46354F}" dt="2024-06-17T10:33:44.516" v="1"/>
        <pc:sldMkLst>
          <pc:docMk/>
          <pc:sldMk cId="4289387927" sldId="398"/>
        </pc:sldMkLst>
      </pc:sldChg>
      <pc:sldChg chg="modSp mod">
        <pc:chgData name="Martin Siemienski Andersen" userId="3e5b9027-db81-4bdb-8ff3-173865797b46" providerId="ADAL" clId="{8B091711-26D6-4EDA-B72C-460E0F46354F}" dt="2024-06-18T11:29:56.030" v="2767" actId="12"/>
        <pc:sldMkLst>
          <pc:docMk/>
          <pc:sldMk cId="1863275459" sldId="400"/>
        </pc:sldMkLst>
        <pc:spChg chg="mod">
          <ac:chgData name="Martin Siemienski Andersen" userId="3e5b9027-db81-4bdb-8ff3-173865797b46" providerId="ADAL" clId="{8B091711-26D6-4EDA-B72C-460E0F46354F}" dt="2024-06-18T11:29:56.030" v="2767" actId="12"/>
          <ac:spMkLst>
            <pc:docMk/>
            <pc:sldMk cId="1863275459" sldId="400"/>
            <ac:spMk id="4" creationId="{5CB79B94-9720-49AE-94FC-E05A35E01BCA}"/>
          </ac:spMkLst>
        </pc:spChg>
      </pc:sldChg>
      <pc:sldChg chg="addSp delSp modSp mod setBg">
        <pc:chgData name="Martin Siemienski Andersen" userId="3e5b9027-db81-4bdb-8ff3-173865797b46" providerId="ADAL" clId="{8B091711-26D6-4EDA-B72C-460E0F46354F}" dt="2024-06-18T12:02:28.836" v="2986" actId="207"/>
        <pc:sldMkLst>
          <pc:docMk/>
          <pc:sldMk cId="3128626905" sldId="401"/>
        </pc:sldMkLst>
        <pc:spChg chg="mod">
          <ac:chgData name="Martin Siemienski Andersen" userId="3e5b9027-db81-4bdb-8ff3-173865797b46" providerId="ADAL" clId="{8B091711-26D6-4EDA-B72C-460E0F46354F}" dt="2024-06-18T09:23:00.344" v="1047" actId="14100"/>
          <ac:spMkLst>
            <pc:docMk/>
            <pc:sldMk cId="3128626905" sldId="401"/>
            <ac:spMk id="3" creationId="{24034222-04BA-444F-97CC-F31270BED5A4}"/>
          </ac:spMkLst>
        </pc:spChg>
        <pc:spChg chg="add del">
          <ac:chgData name="Martin Siemienski Andersen" userId="3e5b9027-db81-4bdb-8ff3-173865797b46" providerId="ADAL" clId="{8B091711-26D6-4EDA-B72C-460E0F46354F}" dt="2024-06-18T12:01:49.490" v="2970" actId="22"/>
          <ac:spMkLst>
            <pc:docMk/>
            <pc:sldMk cId="3128626905" sldId="401"/>
            <ac:spMk id="5" creationId="{2CCB4BA6-190D-C0E5-409C-1BC5CF114F08}"/>
          </ac:spMkLst>
        </pc:spChg>
        <pc:spChg chg="mod">
          <ac:chgData name="Martin Siemienski Andersen" userId="3e5b9027-db81-4bdb-8ff3-173865797b46" providerId="ADAL" clId="{8B091711-26D6-4EDA-B72C-460E0F46354F}" dt="2024-06-18T12:00:58.792" v="2967" actId="20577"/>
          <ac:spMkLst>
            <pc:docMk/>
            <pc:sldMk cId="3128626905" sldId="401"/>
            <ac:spMk id="7" creationId="{54EE23DC-3671-A065-7A92-8A3AF4C11A3A}"/>
          </ac:spMkLst>
        </pc:spChg>
        <pc:spChg chg="mod">
          <ac:chgData name="Martin Siemienski Andersen" userId="3e5b9027-db81-4bdb-8ff3-173865797b46" providerId="ADAL" clId="{8B091711-26D6-4EDA-B72C-460E0F46354F}" dt="2024-06-18T12:02:28.836" v="2986" actId="207"/>
          <ac:spMkLst>
            <pc:docMk/>
            <pc:sldMk cId="3128626905" sldId="401"/>
            <ac:spMk id="8" creationId="{3364E5E7-E302-97F6-A135-D59CC81CE3D2}"/>
          </ac:spMkLst>
        </pc:spChg>
      </pc:sldChg>
      <pc:sldChg chg="mod ord setBg modShow">
        <pc:chgData name="Martin Siemienski Andersen" userId="3e5b9027-db81-4bdb-8ff3-173865797b46" providerId="ADAL" clId="{8B091711-26D6-4EDA-B72C-460E0F46354F}" dt="2024-06-18T09:55:26.295" v="1412"/>
        <pc:sldMkLst>
          <pc:docMk/>
          <pc:sldMk cId="2059687948" sldId="403"/>
        </pc:sldMkLst>
      </pc:sldChg>
      <pc:sldChg chg="modSp mod">
        <pc:chgData name="Martin Siemienski Andersen" userId="3e5b9027-db81-4bdb-8ff3-173865797b46" providerId="ADAL" clId="{8B091711-26D6-4EDA-B72C-460E0F46354F}" dt="2024-06-18T10:45:19.126" v="1490" actId="115"/>
        <pc:sldMkLst>
          <pc:docMk/>
          <pc:sldMk cId="4134463651" sldId="407"/>
        </pc:sldMkLst>
        <pc:spChg chg="mod">
          <ac:chgData name="Martin Siemienski Andersen" userId="3e5b9027-db81-4bdb-8ff3-173865797b46" providerId="ADAL" clId="{8B091711-26D6-4EDA-B72C-460E0F46354F}" dt="2024-06-18T10:45:19.126" v="1490" actId="115"/>
          <ac:spMkLst>
            <pc:docMk/>
            <pc:sldMk cId="4134463651" sldId="407"/>
            <ac:spMk id="4" creationId="{31ADA4EA-5BC3-4E5E-887F-C8E29C085CD1}"/>
          </ac:spMkLst>
        </pc:spChg>
        <pc:spChg chg="mod">
          <ac:chgData name="Martin Siemienski Andersen" userId="3e5b9027-db81-4bdb-8ff3-173865797b46" providerId="ADAL" clId="{8B091711-26D6-4EDA-B72C-460E0F46354F}" dt="2024-06-18T10:44:11.819" v="1470" actId="6549"/>
          <ac:spMkLst>
            <pc:docMk/>
            <pc:sldMk cId="4134463651" sldId="407"/>
            <ac:spMk id="15" creationId="{58A448D4-25A5-4A37-8AAF-913D0A8832D0}"/>
          </ac:spMkLst>
        </pc:spChg>
      </pc:sldChg>
      <pc:sldChg chg="ord">
        <pc:chgData name="Martin Siemienski Andersen" userId="3e5b9027-db81-4bdb-8ff3-173865797b46" providerId="ADAL" clId="{8B091711-26D6-4EDA-B72C-460E0F46354F}" dt="2024-06-17T10:33:44.516" v="1"/>
        <pc:sldMkLst>
          <pc:docMk/>
          <pc:sldMk cId="4226058790" sldId="408"/>
        </pc:sldMkLst>
      </pc:sldChg>
      <pc:sldChg chg="ord">
        <pc:chgData name="Martin Siemienski Andersen" userId="3e5b9027-db81-4bdb-8ff3-173865797b46" providerId="ADAL" clId="{8B091711-26D6-4EDA-B72C-460E0F46354F}" dt="2024-06-17T10:33:44.516" v="1"/>
        <pc:sldMkLst>
          <pc:docMk/>
          <pc:sldMk cId="4173493022" sldId="409"/>
        </pc:sldMkLst>
      </pc:sldChg>
      <pc:sldChg chg="ord">
        <pc:chgData name="Martin Siemienski Andersen" userId="3e5b9027-db81-4bdb-8ff3-173865797b46" providerId="ADAL" clId="{8B091711-26D6-4EDA-B72C-460E0F46354F}" dt="2024-06-17T10:33:44.516" v="1"/>
        <pc:sldMkLst>
          <pc:docMk/>
          <pc:sldMk cId="3752157979" sldId="410"/>
        </pc:sldMkLst>
      </pc:sldChg>
      <pc:sldChg chg="addSp delSp modSp mod">
        <pc:chgData name="Martin Siemienski Andersen" userId="3e5b9027-db81-4bdb-8ff3-173865797b46" providerId="ADAL" clId="{8B091711-26D6-4EDA-B72C-460E0F46354F}" dt="2024-06-18T12:03:17.704" v="2992" actId="20577"/>
        <pc:sldMkLst>
          <pc:docMk/>
          <pc:sldMk cId="3315296373" sldId="411"/>
        </pc:sldMkLst>
        <pc:spChg chg="mod">
          <ac:chgData name="Martin Siemienski Andersen" userId="3e5b9027-db81-4bdb-8ff3-173865797b46" providerId="ADAL" clId="{8B091711-26D6-4EDA-B72C-460E0F46354F}" dt="2024-06-18T11:35:27.437" v="2774" actId="20577"/>
          <ac:spMkLst>
            <pc:docMk/>
            <pc:sldMk cId="3315296373" sldId="411"/>
            <ac:spMk id="4" creationId="{33EE9E86-E611-4318-B255-AA4604B2AE5D}"/>
          </ac:spMkLst>
        </pc:spChg>
        <pc:spChg chg="add mod">
          <ac:chgData name="Martin Siemienski Andersen" userId="3e5b9027-db81-4bdb-8ff3-173865797b46" providerId="ADAL" clId="{8B091711-26D6-4EDA-B72C-460E0F46354F}" dt="2024-06-18T12:03:17.704" v="2992" actId="20577"/>
          <ac:spMkLst>
            <pc:docMk/>
            <pc:sldMk cId="3315296373" sldId="411"/>
            <ac:spMk id="7" creationId="{BD704BBF-32AB-F8ED-3233-19FF26C4BCBA}"/>
          </ac:spMkLst>
        </pc:spChg>
        <pc:picChg chg="del mod">
          <ac:chgData name="Martin Siemienski Andersen" userId="3e5b9027-db81-4bdb-8ff3-173865797b46" providerId="ADAL" clId="{8B091711-26D6-4EDA-B72C-460E0F46354F}" dt="2024-06-18T11:56:34.458" v="2935" actId="478"/>
          <ac:picMkLst>
            <pc:docMk/>
            <pc:sldMk cId="3315296373" sldId="411"/>
            <ac:picMk id="6" creationId="{04AF12E8-01CD-447F-8FB2-1262B80934D0}"/>
          </ac:picMkLst>
        </pc:picChg>
      </pc:sldChg>
      <pc:sldChg chg="ord setBg">
        <pc:chgData name="Martin Siemienski Andersen" userId="3e5b9027-db81-4bdb-8ff3-173865797b46" providerId="ADAL" clId="{8B091711-26D6-4EDA-B72C-460E0F46354F}" dt="2024-06-19T07:02:48.530" v="3607"/>
        <pc:sldMkLst>
          <pc:docMk/>
          <pc:sldMk cId="3053989586" sldId="412"/>
        </pc:sldMkLst>
      </pc:sldChg>
      <pc:sldChg chg="modSp mod ord">
        <pc:chgData name="Martin Siemienski Andersen" userId="3e5b9027-db81-4bdb-8ff3-173865797b46" providerId="ADAL" clId="{8B091711-26D6-4EDA-B72C-460E0F46354F}" dt="2024-06-19T07:02:42.708" v="3605"/>
        <pc:sldMkLst>
          <pc:docMk/>
          <pc:sldMk cId="1137263808" sldId="452"/>
        </pc:sldMkLst>
        <pc:spChg chg="mod">
          <ac:chgData name="Martin Siemienski Andersen" userId="3e5b9027-db81-4bdb-8ff3-173865797b46" providerId="ADAL" clId="{8B091711-26D6-4EDA-B72C-460E0F46354F}" dt="2024-06-18T10:51:38.952" v="1657" actId="20577"/>
          <ac:spMkLst>
            <pc:docMk/>
            <pc:sldMk cId="1137263808" sldId="452"/>
            <ac:spMk id="5" creationId="{B735D18A-0288-6507-0214-0F91B518E50A}"/>
          </ac:spMkLst>
        </pc:spChg>
      </pc:sldChg>
      <pc:sldChg chg="addSp delSp modSp mod">
        <pc:chgData name="Martin Siemienski Andersen" userId="3e5b9027-db81-4bdb-8ff3-173865797b46" providerId="ADAL" clId="{8B091711-26D6-4EDA-B72C-460E0F46354F}" dt="2024-06-18T09:14:12.443" v="273" actId="20577"/>
        <pc:sldMkLst>
          <pc:docMk/>
          <pc:sldMk cId="2231736065" sldId="456"/>
        </pc:sldMkLst>
        <pc:spChg chg="mod">
          <ac:chgData name="Martin Siemienski Andersen" userId="3e5b9027-db81-4bdb-8ff3-173865797b46" providerId="ADAL" clId="{8B091711-26D6-4EDA-B72C-460E0F46354F}" dt="2024-06-17T10:40:12.023" v="46" actId="20577"/>
          <ac:spMkLst>
            <pc:docMk/>
            <pc:sldMk cId="2231736065" sldId="456"/>
            <ac:spMk id="4" creationId="{2FE866F4-9F04-86D4-ACC4-57A42C9BBB6A}"/>
          </ac:spMkLst>
        </pc:spChg>
        <pc:spChg chg="add mod">
          <ac:chgData name="Martin Siemienski Andersen" userId="3e5b9027-db81-4bdb-8ff3-173865797b46" providerId="ADAL" clId="{8B091711-26D6-4EDA-B72C-460E0F46354F}" dt="2024-06-18T09:14:04.036" v="271" actId="478"/>
          <ac:spMkLst>
            <pc:docMk/>
            <pc:sldMk cId="2231736065" sldId="456"/>
            <ac:spMk id="5" creationId="{88EA2439-E815-8651-9C42-DDD2139E4954}"/>
          </ac:spMkLst>
        </pc:spChg>
        <pc:spChg chg="del">
          <ac:chgData name="Martin Siemienski Andersen" userId="3e5b9027-db81-4bdb-8ff3-173865797b46" providerId="ADAL" clId="{8B091711-26D6-4EDA-B72C-460E0F46354F}" dt="2024-06-18T09:14:04.036" v="271" actId="478"/>
          <ac:spMkLst>
            <pc:docMk/>
            <pc:sldMk cId="2231736065" sldId="456"/>
            <ac:spMk id="8" creationId="{555F6ED6-6E7D-8602-6165-C6221E5A7C2C}"/>
          </ac:spMkLst>
        </pc:spChg>
        <pc:spChg chg="mod">
          <ac:chgData name="Martin Siemienski Andersen" userId="3e5b9027-db81-4bdb-8ff3-173865797b46" providerId="ADAL" clId="{8B091711-26D6-4EDA-B72C-460E0F46354F}" dt="2024-06-18T09:14:12.443" v="273" actId="20577"/>
          <ac:spMkLst>
            <pc:docMk/>
            <pc:sldMk cId="2231736065" sldId="456"/>
            <ac:spMk id="9" creationId="{D7F66A11-4D30-E5D5-A367-354FE2160F95}"/>
          </ac:spMkLst>
        </pc:spChg>
      </pc:sldChg>
      <pc:sldChg chg="addSp delSp modSp mod">
        <pc:chgData name="Martin Siemienski Andersen" userId="3e5b9027-db81-4bdb-8ff3-173865797b46" providerId="ADAL" clId="{8B091711-26D6-4EDA-B72C-460E0F46354F}" dt="2024-06-18T10:50:21.503" v="1607" actId="6549"/>
        <pc:sldMkLst>
          <pc:docMk/>
          <pc:sldMk cId="175802587" sldId="457"/>
        </pc:sldMkLst>
        <pc:spChg chg="mod">
          <ac:chgData name="Martin Siemienski Andersen" userId="3e5b9027-db81-4bdb-8ff3-173865797b46" providerId="ADAL" clId="{8B091711-26D6-4EDA-B72C-460E0F46354F}" dt="2024-06-17T11:22:05.299" v="69" actId="20577"/>
          <ac:spMkLst>
            <pc:docMk/>
            <pc:sldMk cId="175802587" sldId="457"/>
            <ac:spMk id="4" creationId="{2FE866F4-9F04-86D4-ACC4-57A42C9BBB6A}"/>
          </ac:spMkLst>
        </pc:spChg>
        <pc:spChg chg="add mod">
          <ac:chgData name="Martin Siemienski Andersen" userId="3e5b9027-db81-4bdb-8ff3-173865797b46" providerId="ADAL" clId="{8B091711-26D6-4EDA-B72C-460E0F46354F}" dt="2024-06-18T10:50:21.503" v="1607" actId="6549"/>
          <ac:spMkLst>
            <pc:docMk/>
            <pc:sldMk cId="175802587" sldId="457"/>
            <ac:spMk id="5" creationId="{D878F512-FD75-A8EE-DEE2-D33E38BEA1CC}"/>
          </ac:spMkLst>
        </pc:spChg>
        <pc:spChg chg="mod">
          <ac:chgData name="Martin Siemienski Andersen" userId="3e5b9027-db81-4bdb-8ff3-173865797b46" providerId="ADAL" clId="{8B091711-26D6-4EDA-B72C-460E0F46354F}" dt="2024-06-18T09:41:27.632" v="1127" actId="1076"/>
          <ac:spMkLst>
            <pc:docMk/>
            <pc:sldMk cId="175802587" sldId="457"/>
            <ac:spMk id="8" creationId="{AAE25E78-8A9F-DCA9-6F02-EFF00876D255}"/>
          </ac:spMkLst>
        </pc:spChg>
        <pc:spChg chg="del mod">
          <ac:chgData name="Martin Siemienski Andersen" userId="3e5b9027-db81-4bdb-8ff3-173865797b46" providerId="ADAL" clId="{8B091711-26D6-4EDA-B72C-460E0F46354F}" dt="2024-06-18T09:38:24.137" v="1058" actId="478"/>
          <ac:spMkLst>
            <pc:docMk/>
            <pc:sldMk cId="175802587" sldId="457"/>
            <ac:spMk id="11" creationId="{8E56993B-0D3E-8AA4-439E-50D03F187457}"/>
          </ac:spMkLst>
        </pc:spChg>
      </pc:sldChg>
      <pc:sldChg chg="del">
        <pc:chgData name="Martin Siemienski Andersen" userId="3e5b9027-db81-4bdb-8ff3-173865797b46" providerId="ADAL" clId="{8B091711-26D6-4EDA-B72C-460E0F46354F}" dt="2024-06-18T09:54:53.474" v="1405" actId="47"/>
        <pc:sldMkLst>
          <pc:docMk/>
          <pc:sldMk cId="1078547717" sldId="461"/>
        </pc:sldMkLst>
      </pc:sldChg>
      <pc:sldChg chg="del">
        <pc:chgData name="Martin Siemienski Andersen" userId="3e5b9027-db81-4bdb-8ff3-173865797b46" providerId="ADAL" clId="{8B091711-26D6-4EDA-B72C-460E0F46354F}" dt="2024-06-18T09:54:56.072" v="1407" actId="47"/>
        <pc:sldMkLst>
          <pc:docMk/>
          <pc:sldMk cId="390407312" sldId="462"/>
        </pc:sldMkLst>
      </pc:sldChg>
      <pc:sldChg chg="modSp mod setBg">
        <pc:chgData name="Martin Siemienski Andersen" userId="3e5b9027-db81-4bdb-8ff3-173865797b46" providerId="ADAL" clId="{8B091711-26D6-4EDA-B72C-460E0F46354F}" dt="2024-06-18T11:05:42.016" v="2177" actId="20577"/>
        <pc:sldMkLst>
          <pc:docMk/>
          <pc:sldMk cId="1783744845" sldId="463"/>
        </pc:sldMkLst>
        <pc:spChg chg="mod">
          <ac:chgData name="Martin Siemienski Andersen" userId="3e5b9027-db81-4bdb-8ff3-173865797b46" providerId="ADAL" clId="{8B091711-26D6-4EDA-B72C-460E0F46354F}" dt="2024-06-18T10:34:45.925" v="1431" actId="20577"/>
          <ac:spMkLst>
            <pc:docMk/>
            <pc:sldMk cId="1783744845" sldId="463"/>
            <ac:spMk id="3" creationId="{8628AA0F-3308-1D89-3FEE-62DA194CAB7C}"/>
          </ac:spMkLst>
        </pc:spChg>
        <pc:spChg chg="mod">
          <ac:chgData name="Martin Siemienski Andersen" userId="3e5b9027-db81-4bdb-8ff3-173865797b46" providerId="ADAL" clId="{8B091711-26D6-4EDA-B72C-460E0F46354F}" dt="2024-06-18T11:05:42.016" v="2177" actId="20577"/>
          <ac:spMkLst>
            <pc:docMk/>
            <pc:sldMk cId="1783744845" sldId="463"/>
            <ac:spMk id="4" creationId="{F6729CDB-7796-54AC-C8D2-0200E1B24AEC}"/>
          </ac:spMkLst>
        </pc:spChg>
      </pc:sldChg>
      <pc:sldChg chg="modSp mod setBg">
        <pc:chgData name="Martin Siemienski Andersen" userId="3e5b9027-db81-4bdb-8ff3-173865797b46" providerId="ADAL" clId="{8B091711-26D6-4EDA-B72C-460E0F46354F}" dt="2024-06-18T12:36:25.169" v="3571" actId="20577"/>
        <pc:sldMkLst>
          <pc:docMk/>
          <pc:sldMk cId="2973186146" sldId="464"/>
        </pc:sldMkLst>
        <pc:spChg chg="mod">
          <ac:chgData name="Martin Siemienski Andersen" userId="3e5b9027-db81-4bdb-8ff3-173865797b46" providerId="ADAL" clId="{8B091711-26D6-4EDA-B72C-460E0F46354F}" dt="2024-06-18T11:03:50.023" v="2005" actId="20577"/>
          <ac:spMkLst>
            <pc:docMk/>
            <pc:sldMk cId="2973186146" sldId="464"/>
            <ac:spMk id="3" creationId="{20700119-3047-E5CD-11C0-3952BC8F1731}"/>
          </ac:spMkLst>
        </pc:spChg>
        <pc:spChg chg="mod">
          <ac:chgData name="Martin Siemienski Andersen" userId="3e5b9027-db81-4bdb-8ff3-173865797b46" providerId="ADAL" clId="{8B091711-26D6-4EDA-B72C-460E0F46354F}" dt="2024-06-18T12:36:25.169" v="3571" actId="20577"/>
          <ac:spMkLst>
            <pc:docMk/>
            <pc:sldMk cId="2973186146" sldId="464"/>
            <ac:spMk id="4" creationId="{16C40AC8-92BC-EADB-4D9F-F3D0E46DC0D4}"/>
          </ac:spMkLst>
        </pc:spChg>
      </pc:sldChg>
      <pc:sldChg chg="modSp mod ord setBg modShow">
        <pc:chgData name="Martin Siemienski Andersen" userId="3e5b9027-db81-4bdb-8ff3-173865797b46" providerId="ADAL" clId="{8B091711-26D6-4EDA-B72C-460E0F46354F}" dt="2024-06-18T09:55:56.362" v="1418"/>
        <pc:sldMkLst>
          <pc:docMk/>
          <pc:sldMk cId="4110528896" sldId="465"/>
        </pc:sldMkLst>
        <pc:spChg chg="mod">
          <ac:chgData name="Martin Siemienski Andersen" userId="3e5b9027-db81-4bdb-8ff3-173865797b46" providerId="ADAL" clId="{8B091711-26D6-4EDA-B72C-460E0F46354F}" dt="2024-06-18T09:55:48.399" v="1415" actId="6549"/>
          <ac:spMkLst>
            <pc:docMk/>
            <pc:sldMk cId="4110528896" sldId="465"/>
            <ac:spMk id="3" creationId="{8628AA0F-3308-1D89-3FEE-62DA194CAB7C}"/>
          </ac:spMkLst>
        </pc:spChg>
        <pc:spChg chg="mod">
          <ac:chgData name="Martin Siemienski Andersen" userId="3e5b9027-db81-4bdb-8ff3-173865797b46" providerId="ADAL" clId="{8B091711-26D6-4EDA-B72C-460E0F46354F}" dt="2024-06-18T09:46:30.598" v="1365" actId="20577"/>
          <ac:spMkLst>
            <pc:docMk/>
            <pc:sldMk cId="4110528896" sldId="465"/>
            <ac:spMk id="4" creationId="{F6729CDB-7796-54AC-C8D2-0200E1B24AEC}"/>
          </ac:spMkLst>
        </pc:spChg>
      </pc:sldChg>
      <pc:sldChg chg="delSp modSp mod setBg">
        <pc:chgData name="Martin Siemienski Andersen" userId="3e5b9027-db81-4bdb-8ff3-173865797b46" providerId="ADAL" clId="{8B091711-26D6-4EDA-B72C-460E0F46354F}" dt="2024-06-18T10:43:42.732" v="1468" actId="478"/>
        <pc:sldMkLst>
          <pc:docMk/>
          <pc:sldMk cId="3662016152" sldId="466"/>
        </pc:sldMkLst>
        <pc:spChg chg="mod">
          <ac:chgData name="Martin Siemienski Andersen" userId="3e5b9027-db81-4bdb-8ff3-173865797b46" providerId="ADAL" clId="{8B091711-26D6-4EDA-B72C-460E0F46354F}" dt="2024-06-18T10:42:08.601" v="1461" actId="20577"/>
          <ac:spMkLst>
            <pc:docMk/>
            <pc:sldMk cId="3662016152" sldId="466"/>
            <ac:spMk id="3" creationId="{5057D9DE-C38B-4D18-815C-6F652D17D41C}"/>
          </ac:spMkLst>
        </pc:spChg>
        <pc:spChg chg="mod">
          <ac:chgData name="Martin Siemienski Andersen" userId="3e5b9027-db81-4bdb-8ff3-173865797b46" providerId="ADAL" clId="{8B091711-26D6-4EDA-B72C-460E0F46354F}" dt="2024-06-18T10:43:32.424" v="1466" actId="20577"/>
          <ac:spMkLst>
            <pc:docMk/>
            <pc:sldMk cId="3662016152" sldId="466"/>
            <ac:spMk id="7" creationId="{EA7736F3-D9B1-BF34-DA05-DE35943E21E5}"/>
          </ac:spMkLst>
        </pc:spChg>
        <pc:spChg chg="del mod">
          <ac:chgData name="Martin Siemienski Andersen" userId="3e5b9027-db81-4bdb-8ff3-173865797b46" providerId="ADAL" clId="{8B091711-26D6-4EDA-B72C-460E0F46354F}" dt="2024-06-18T10:43:42.732" v="1468" actId="478"/>
          <ac:spMkLst>
            <pc:docMk/>
            <pc:sldMk cId="3662016152" sldId="466"/>
            <ac:spMk id="9" creationId="{44CE6555-3D2F-0F12-A18F-6D1CFA0AABB2}"/>
          </ac:spMkLst>
        </pc:spChg>
      </pc:sldChg>
      <pc:sldChg chg="addSp delSp modSp mod setBg">
        <pc:chgData name="Martin Siemienski Andersen" userId="3e5b9027-db81-4bdb-8ff3-173865797b46" providerId="ADAL" clId="{8B091711-26D6-4EDA-B72C-460E0F46354F}" dt="2024-06-18T12:02:40.516" v="2990" actId="20577"/>
        <pc:sldMkLst>
          <pc:docMk/>
          <pc:sldMk cId="1020809028" sldId="467"/>
        </pc:sldMkLst>
        <pc:spChg chg="mod">
          <ac:chgData name="Martin Siemienski Andersen" userId="3e5b9027-db81-4bdb-8ff3-173865797b46" providerId="ADAL" clId="{8B091711-26D6-4EDA-B72C-460E0F46354F}" dt="2024-06-18T11:30:56.223" v="2770" actId="14100"/>
          <ac:spMkLst>
            <pc:docMk/>
            <pc:sldMk cId="1020809028" sldId="467"/>
            <ac:spMk id="3" creationId="{24034222-04BA-444F-97CC-F31270BED5A4}"/>
          </ac:spMkLst>
        </pc:spChg>
        <pc:spChg chg="mod">
          <ac:chgData name="Martin Siemienski Andersen" userId="3e5b9027-db81-4bdb-8ff3-173865797b46" providerId="ADAL" clId="{8B091711-26D6-4EDA-B72C-460E0F46354F}" dt="2024-06-18T12:02:40.516" v="2990" actId="20577"/>
          <ac:spMkLst>
            <pc:docMk/>
            <pc:sldMk cId="1020809028" sldId="467"/>
            <ac:spMk id="4" creationId="{4E70F956-70CA-4FD5-971A-8C3273CB71AC}"/>
          </ac:spMkLst>
        </pc:spChg>
        <pc:spChg chg="add mod">
          <ac:chgData name="Martin Siemienski Andersen" userId="3e5b9027-db81-4bdb-8ff3-173865797b46" providerId="ADAL" clId="{8B091711-26D6-4EDA-B72C-460E0F46354F}" dt="2024-06-18T12:02:33.908" v="2988"/>
          <ac:spMkLst>
            <pc:docMk/>
            <pc:sldMk cId="1020809028" sldId="467"/>
            <ac:spMk id="5" creationId="{06D34CF0-6741-6250-F29D-3107280943C4}"/>
          </ac:spMkLst>
        </pc:spChg>
        <pc:spChg chg="del">
          <ac:chgData name="Martin Siemienski Andersen" userId="3e5b9027-db81-4bdb-8ff3-173865797b46" providerId="ADAL" clId="{8B091711-26D6-4EDA-B72C-460E0F46354F}" dt="2024-06-18T12:02:33.280" v="2987" actId="478"/>
          <ac:spMkLst>
            <pc:docMk/>
            <pc:sldMk cId="1020809028" sldId="467"/>
            <ac:spMk id="6" creationId="{A8616E54-0607-099A-AFED-CD9B2526322F}"/>
          </ac:spMkLst>
        </pc:spChg>
      </pc:sldChg>
      <pc:sldChg chg="modSp mod ord setBg">
        <pc:chgData name="Martin Siemienski Andersen" userId="3e5b9027-db81-4bdb-8ff3-173865797b46" providerId="ADAL" clId="{8B091711-26D6-4EDA-B72C-460E0F46354F}" dt="2024-06-18T10:34:20.224" v="1420"/>
        <pc:sldMkLst>
          <pc:docMk/>
          <pc:sldMk cId="2502620546" sldId="468"/>
        </pc:sldMkLst>
        <pc:spChg chg="mod">
          <ac:chgData name="Martin Siemienski Andersen" userId="3e5b9027-db81-4bdb-8ff3-173865797b46" providerId="ADAL" clId="{8B091711-26D6-4EDA-B72C-460E0F46354F}" dt="2024-06-18T09:50:09.669" v="1393" actId="20577"/>
          <ac:spMkLst>
            <pc:docMk/>
            <pc:sldMk cId="2502620546" sldId="468"/>
            <ac:spMk id="4" creationId="{F6729CDB-7796-54AC-C8D2-0200E1B24AEC}"/>
          </ac:spMkLst>
        </pc:spChg>
        <pc:spChg chg="mod">
          <ac:chgData name="Martin Siemienski Andersen" userId="3e5b9027-db81-4bdb-8ff3-173865797b46" providerId="ADAL" clId="{8B091711-26D6-4EDA-B72C-460E0F46354F}" dt="2024-06-18T09:54:23.766" v="1398" actId="1076"/>
          <ac:spMkLst>
            <pc:docMk/>
            <pc:sldMk cId="2502620546" sldId="468"/>
            <ac:spMk id="6" creationId="{B3AAF1DE-4B91-4177-6E15-14D5021FFC3C}"/>
          </ac:spMkLst>
        </pc:spChg>
      </pc:sldChg>
      <pc:sldChg chg="add del">
        <pc:chgData name="Martin Siemienski Andersen" userId="3e5b9027-db81-4bdb-8ff3-173865797b46" providerId="ADAL" clId="{8B091711-26D6-4EDA-B72C-460E0F46354F}" dt="2024-06-18T09:54:51.410" v="1403" actId="47"/>
        <pc:sldMkLst>
          <pc:docMk/>
          <pc:sldMk cId="3512078762" sldId="469"/>
        </pc:sldMkLst>
      </pc:sldChg>
      <pc:sldChg chg="modSp mod">
        <pc:chgData name="Martin Siemienski Andersen" userId="3e5b9027-db81-4bdb-8ff3-173865797b46" providerId="ADAL" clId="{8B091711-26D6-4EDA-B72C-460E0F46354F}" dt="2024-06-18T10:49:21.874" v="1548" actId="6549"/>
        <pc:sldMkLst>
          <pc:docMk/>
          <pc:sldMk cId="2709229726" sldId="471"/>
        </pc:sldMkLst>
        <pc:spChg chg="mod">
          <ac:chgData name="Martin Siemienski Andersen" userId="3e5b9027-db81-4bdb-8ff3-173865797b46" providerId="ADAL" clId="{8B091711-26D6-4EDA-B72C-460E0F46354F}" dt="2024-06-17T10:45:14.159" v="52" actId="404"/>
          <ac:spMkLst>
            <pc:docMk/>
            <pc:sldMk cId="2709229726" sldId="471"/>
            <ac:spMk id="4" creationId="{2FE866F4-9F04-86D4-ACC4-57A42C9BBB6A}"/>
          </ac:spMkLst>
        </pc:spChg>
        <pc:spChg chg="mod">
          <ac:chgData name="Martin Siemienski Andersen" userId="3e5b9027-db81-4bdb-8ff3-173865797b46" providerId="ADAL" clId="{8B091711-26D6-4EDA-B72C-460E0F46354F}" dt="2024-06-18T09:39:59.386" v="1106" actId="20577"/>
          <ac:spMkLst>
            <pc:docMk/>
            <pc:sldMk cId="2709229726" sldId="471"/>
            <ac:spMk id="8" creationId="{555F6ED6-6E7D-8602-6165-C6221E5A7C2C}"/>
          </ac:spMkLst>
        </pc:spChg>
        <pc:spChg chg="mod">
          <ac:chgData name="Martin Siemienski Andersen" userId="3e5b9027-db81-4bdb-8ff3-173865797b46" providerId="ADAL" clId="{8B091711-26D6-4EDA-B72C-460E0F46354F}" dt="2024-06-18T10:49:21.874" v="1548" actId="6549"/>
          <ac:spMkLst>
            <pc:docMk/>
            <pc:sldMk cId="2709229726" sldId="471"/>
            <ac:spMk id="9" creationId="{B131A144-D5FF-8CDD-FCFD-B9D97A7035BF}"/>
          </ac:spMkLst>
        </pc:spChg>
      </pc:sldChg>
      <pc:sldChg chg="del setBg">
        <pc:chgData name="Martin Siemienski Andersen" userId="3e5b9027-db81-4bdb-8ff3-173865797b46" providerId="ADAL" clId="{8B091711-26D6-4EDA-B72C-460E0F46354F}" dt="2024-06-18T11:11:36.810" v="2543" actId="47"/>
        <pc:sldMkLst>
          <pc:docMk/>
          <pc:sldMk cId="3266285706" sldId="472"/>
        </pc:sldMkLst>
      </pc:sldChg>
      <pc:sldChg chg="ord setBg">
        <pc:chgData name="Martin Siemienski Andersen" userId="3e5b9027-db81-4bdb-8ff3-173865797b46" providerId="ADAL" clId="{8B091711-26D6-4EDA-B72C-460E0F46354F}" dt="2024-06-19T07:02:27.986" v="3601"/>
        <pc:sldMkLst>
          <pc:docMk/>
          <pc:sldMk cId="594636192" sldId="474"/>
        </pc:sldMkLst>
      </pc:sldChg>
      <pc:sldChg chg="modSp mod ord modShow">
        <pc:chgData name="Martin Siemienski Andersen" userId="3e5b9027-db81-4bdb-8ff3-173865797b46" providerId="ADAL" clId="{8B091711-26D6-4EDA-B72C-460E0F46354F}" dt="2024-06-18T10:47:00.566" v="1523"/>
        <pc:sldMkLst>
          <pc:docMk/>
          <pc:sldMk cId="2693566436" sldId="475"/>
        </pc:sldMkLst>
        <pc:spChg chg="mod">
          <ac:chgData name="Martin Siemienski Andersen" userId="3e5b9027-db81-4bdb-8ff3-173865797b46" providerId="ADAL" clId="{8B091711-26D6-4EDA-B72C-460E0F46354F}" dt="2024-06-17T11:05:05.339" v="57" actId="207"/>
          <ac:spMkLst>
            <pc:docMk/>
            <pc:sldMk cId="2693566436" sldId="475"/>
            <ac:spMk id="8" creationId="{5CE3E872-8EC4-B6F6-B99E-41AF07F9E899}"/>
          </ac:spMkLst>
        </pc:spChg>
        <pc:spChg chg="mod">
          <ac:chgData name="Martin Siemienski Andersen" userId="3e5b9027-db81-4bdb-8ff3-173865797b46" providerId="ADAL" clId="{8B091711-26D6-4EDA-B72C-460E0F46354F}" dt="2024-06-17T11:05:27.652" v="62" actId="207"/>
          <ac:spMkLst>
            <pc:docMk/>
            <pc:sldMk cId="2693566436" sldId="475"/>
            <ac:spMk id="10" creationId="{677EFCCA-1497-DA79-4524-DFC83576D7DB}"/>
          </ac:spMkLst>
        </pc:spChg>
        <pc:spChg chg="mod">
          <ac:chgData name="Martin Siemienski Andersen" userId="3e5b9027-db81-4bdb-8ff3-173865797b46" providerId="ADAL" clId="{8B091711-26D6-4EDA-B72C-460E0F46354F}" dt="2024-06-17T11:05:16.866" v="60" actId="207"/>
          <ac:spMkLst>
            <pc:docMk/>
            <pc:sldMk cId="2693566436" sldId="475"/>
            <ac:spMk id="12" creationId="{A6FDBD6B-22AC-59A3-3876-F256EA10203D}"/>
          </ac:spMkLst>
        </pc:spChg>
        <pc:spChg chg="mod">
          <ac:chgData name="Martin Siemienski Andersen" userId="3e5b9027-db81-4bdb-8ff3-173865797b46" providerId="ADAL" clId="{8B091711-26D6-4EDA-B72C-460E0F46354F}" dt="2024-06-17T11:05:13.134" v="59" actId="207"/>
          <ac:spMkLst>
            <pc:docMk/>
            <pc:sldMk cId="2693566436" sldId="475"/>
            <ac:spMk id="14" creationId="{4330C036-5D09-6642-E1A5-CBF57AA873EB}"/>
          </ac:spMkLst>
        </pc:spChg>
      </pc:sldChg>
      <pc:sldChg chg="mod ord setBg modShow">
        <pc:chgData name="Martin Siemienski Andersen" userId="3e5b9027-db81-4bdb-8ff3-173865797b46" providerId="ADAL" clId="{8B091711-26D6-4EDA-B72C-460E0F46354F}" dt="2024-06-17T10:35:35.990" v="29"/>
        <pc:sldMkLst>
          <pc:docMk/>
          <pc:sldMk cId="3236677860" sldId="476"/>
        </pc:sldMkLst>
      </pc:sldChg>
      <pc:sldChg chg="del">
        <pc:chgData name="Martin Siemienski Andersen" userId="3e5b9027-db81-4bdb-8ff3-173865797b46" providerId="ADAL" clId="{8B091711-26D6-4EDA-B72C-460E0F46354F}" dt="2024-06-18T09:55:07.739" v="1409" actId="47"/>
        <pc:sldMkLst>
          <pc:docMk/>
          <pc:sldMk cId="1017357738" sldId="478"/>
        </pc:sldMkLst>
      </pc:sldChg>
      <pc:sldChg chg="modSp new mod">
        <pc:chgData name="Martin Siemienski Andersen" userId="3e5b9027-db81-4bdb-8ff3-173865797b46" providerId="ADAL" clId="{8B091711-26D6-4EDA-B72C-460E0F46354F}" dt="2024-06-17T10:35:29.584" v="27" actId="20577"/>
        <pc:sldMkLst>
          <pc:docMk/>
          <pc:sldMk cId="2262100592" sldId="479"/>
        </pc:sldMkLst>
        <pc:spChg chg="mod">
          <ac:chgData name="Martin Siemienski Andersen" userId="3e5b9027-db81-4bdb-8ff3-173865797b46" providerId="ADAL" clId="{8B091711-26D6-4EDA-B72C-460E0F46354F}" dt="2024-06-17T10:35:29.584" v="27" actId="20577"/>
          <ac:spMkLst>
            <pc:docMk/>
            <pc:sldMk cId="2262100592" sldId="479"/>
            <ac:spMk id="4" creationId="{E0FD82A0-6584-B567-90E9-7479FB00A5C2}"/>
          </ac:spMkLst>
        </pc:spChg>
      </pc:sldChg>
      <pc:sldChg chg="add del">
        <pc:chgData name="Martin Siemienski Andersen" userId="3e5b9027-db81-4bdb-8ff3-173865797b46" providerId="ADAL" clId="{8B091711-26D6-4EDA-B72C-460E0F46354F}" dt="2024-06-18T09:55:00.677" v="1408" actId="47"/>
        <pc:sldMkLst>
          <pc:docMk/>
          <pc:sldMk cId="2055555632" sldId="480"/>
        </pc:sldMkLst>
      </pc:sldChg>
      <pc:sldChg chg="add del ord">
        <pc:chgData name="Martin Siemienski Andersen" userId="3e5b9027-db81-4bdb-8ff3-173865797b46" providerId="ADAL" clId="{8B091711-26D6-4EDA-B72C-460E0F46354F}" dt="2024-06-18T10:52:16.539" v="1659" actId="47"/>
        <pc:sldMkLst>
          <pc:docMk/>
          <pc:sldMk cId="3527117391" sldId="481"/>
        </pc:sldMkLst>
      </pc:sldChg>
      <pc:sldChg chg="add del">
        <pc:chgData name="Martin Siemienski Andersen" userId="3e5b9027-db81-4bdb-8ff3-173865797b46" providerId="ADAL" clId="{8B091711-26D6-4EDA-B72C-460E0F46354F}" dt="2024-06-18T10:52:21.267" v="1661" actId="47"/>
        <pc:sldMkLst>
          <pc:docMk/>
          <pc:sldMk cId="3305089927" sldId="482"/>
        </pc:sldMkLst>
      </pc:sldChg>
      <pc:sldChg chg="add del">
        <pc:chgData name="Martin Siemienski Andersen" userId="3e5b9027-db81-4bdb-8ff3-173865797b46" providerId="ADAL" clId="{8B091711-26D6-4EDA-B72C-460E0F46354F}" dt="2024-06-18T10:52:32.379" v="1663" actId="47"/>
        <pc:sldMkLst>
          <pc:docMk/>
          <pc:sldMk cId="3568546198" sldId="483"/>
        </pc:sldMkLst>
      </pc:sldChg>
      <pc:sldChg chg="add">
        <pc:chgData name="Martin Siemienski Andersen" userId="3e5b9027-db81-4bdb-8ff3-173865797b46" providerId="ADAL" clId="{8B091711-26D6-4EDA-B72C-460E0F46354F}" dt="2024-06-18T10:52:15.518" v="1658"/>
        <pc:sldMkLst>
          <pc:docMk/>
          <pc:sldMk cId="3021000495" sldId="484"/>
        </pc:sldMkLst>
      </pc:sldChg>
      <pc:sldChg chg="modSp add mod">
        <pc:chgData name="Martin Siemienski Andersen" userId="3e5b9027-db81-4bdb-8ff3-173865797b46" providerId="ADAL" clId="{8B091711-26D6-4EDA-B72C-460E0F46354F}" dt="2024-06-18T11:30:06.902" v="2768" actId="113"/>
        <pc:sldMkLst>
          <pc:docMk/>
          <pc:sldMk cId="1213708563" sldId="485"/>
        </pc:sldMkLst>
        <pc:spChg chg="mod">
          <ac:chgData name="Martin Siemienski Andersen" userId="3e5b9027-db81-4bdb-8ff3-173865797b46" providerId="ADAL" clId="{8B091711-26D6-4EDA-B72C-460E0F46354F}" dt="2024-06-18T11:30:06.902" v="2768" actId="113"/>
          <ac:spMkLst>
            <pc:docMk/>
            <pc:sldMk cId="1213708563" sldId="485"/>
            <ac:spMk id="5" creationId="{B735D18A-0288-6507-0214-0F91B518E50A}"/>
          </ac:spMkLst>
        </pc:spChg>
      </pc:sldChg>
      <pc:sldChg chg="modSp add mod">
        <pc:chgData name="Martin Siemienski Andersen" userId="3e5b9027-db81-4bdb-8ff3-173865797b46" providerId="ADAL" clId="{8B091711-26D6-4EDA-B72C-460E0F46354F}" dt="2024-06-18T11:31:07.535" v="2771" actId="113"/>
        <pc:sldMkLst>
          <pc:docMk/>
          <pc:sldMk cId="1223990211" sldId="486"/>
        </pc:sldMkLst>
        <pc:spChg chg="mod">
          <ac:chgData name="Martin Siemienski Andersen" userId="3e5b9027-db81-4bdb-8ff3-173865797b46" providerId="ADAL" clId="{8B091711-26D6-4EDA-B72C-460E0F46354F}" dt="2024-06-18T11:31:07.535" v="2771" actId="113"/>
          <ac:spMkLst>
            <pc:docMk/>
            <pc:sldMk cId="1223990211" sldId="486"/>
            <ac:spMk id="5" creationId="{B735D18A-0288-6507-0214-0F91B518E50A}"/>
          </ac:spMkLst>
        </pc:spChg>
      </pc:sldChg>
      <pc:sldChg chg="modSp add mod">
        <pc:chgData name="Martin Siemienski Andersen" userId="3e5b9027-db81-4bdb-8ff3-173865797b46" providerId="ADAL" clId="{8B091711-26D6-4EDA-B72C-460E0F46354F}" dt="2024-06-18T10:52:48.907" v="1665" actId="113"/>
        <pc:sldMkLst>
          <pc:docMk/>
          <pc:sldMk cId="4036097515" sldId="487"/>
        </pc:sldMkLst>
        <pc:spChg chg="mod">
          <ac:chgData name="Martin Siemienski Andersen" userId="3e5b9027-db81-4bdb-8ff3-173865797b46" providerId="ADAL" clId="{8B091711-26D6-4EDA-B72C-460E0F46354F}" dt="2024-06-18T10:52:48.907" v="1665" actId="113"/>
          <ac:spMkLst>
            <pc:docMk/>
            <pc:sldMk cId="4036097515" sldId="487"/>
            <ac:spMk id="5" creationId="{B735D18A-0288-6507-0214-0F91B518E50A}"/>
          </ac:spMkLst>
        </pc:spChg>
      </pc:sldChg>
      <pc:sldChg chg="addSp delSp modSp new mod modClrScheme chgLayout">
        <pc:chgData name="Martin Siemienski Andersen" userId="3e5b9027-db81-4bdb-8ff3-173865797b46" providerId="ADAL" clId="{8B091711-26D6-4EDA-B72C-460E0F46354F}" dt="2024-06-19T07:02:00.787" v="3600" actId="1076"/>
        <pc:sldMkLst>
          <pc:docMk/>
          <pc:sldMk cId="941239877" sldId="488"/>
        </pc:sldMkLst>
        <pc:spChg chg="del">
          <ac:chgData name="Martin Siemienski Andersen" userId="3e5b9027-db81-4bdb-8ff3-173865797b46" providerId="ADAL" clId="{8B091711-26D6-4EDA-B72C-460E0F46354F}" dt="2024-06-18T10:57:35.167" v="1667" actId="700"/>
          <ac:spMkLst>
            <pc:docMk/>
            <pc:sldMk cId="941239877" sldId="488"/>
            <ac:spMk id="2" creationId="{B7791813-3FAF-8C03-FB10-DE9ED74D8A89}"/>
          </ac:spMkLst>
        </pc:spChg>
        <pc:spChg chg="mod ord">
          <ac:chgData name="Martin Siemienski Andersen" userId="3e5b9027-db81-4bdb-8ff3-173865797b46" providerId="ADAL" clId="{8B091711-26D6-4EDA-B72C-460E0F46354F}" dt="2024-06-18T10:57:35.167" v="1667" actId="700"/>
          <ac:spMkLst>
            <pc:docMk/>
            <pc:sldMk cId="941239877" sldId="488"/>
            <ac:spMk id="3" creationId="{5F133E08-9C60-402C-3A97-D98A145B988E}"/>
          </ac:spMkLst>
        </pc:spChg>
        <pc:spChg chg="del mod ord">
          <ac:chgData name="Martin Siemienski Andersen" userId="3e5b9027-db81-4bdb-8ff3-173865797b46" providerId="ADAL" clId="{8B091711-26D6-4EDA-B72C-460E0F46354F}" dt="2024-06-18T10:57:35.167" v="1667" actId="700"/>
          <ac:spMkLst>
            <pc:docMk/>
            <pc:sldMk cId="941239877" sldId="488"/>
            <ac:spMk id="4" creationId="{0B06E02D-32DC-B7BE-88D5-67D70CD03B98}"/>
          </ac:spMkLst>
        </pc:spChg>
        <pc:spChg chg="del mod ord">
          <ac:chgData name="Martin Siemienski Andersen" userId="3e5b9027-db81-4bdb-8ff3-173865797b46" providerId="ADAL" clId="{8B091711-26D6-4EDA-B72C-460E0F46354F}" dt="2024-06-18T10:57:35.167" v="1667" actId="700"/>
          <ac:spMkLst>
            <pc:docMk/>
            <pc:sldMk cId="941239877" sldId="488"/>
            <ac:spMk id="5" creationId="{93D173A5-069C-C27D-4037-5E1CAA4F208A}"/>
          </ac:spMkLst>
        </pc:spChg>
        <pc:spChg chg="add mod ord">
          <ac:chgData name="Martin Siemienski Andersen" userId="3e5b9027-db81-4bdb-8ff3-173865797b46" providerId="ADAL" clId="{8B091711-26D6-4EDA-B72C-460E0F46354F}" dt="2024-06-18T11:00:15.866" v="1960" actId="20577"/>
          <ac:spMkLst>
            <pc:docMk/>
            <pc:sldMk cId="941239877" sldId="488"/>
            <ac:spMk id="6" creationId="{C845F9DF-F2DD-A4BA-7586-6031D4F59742}"/>
          </ac:spMkLst>
        </pc:spChg>
        <pc:spChg chg="add mod ord">
          <ac:chgData name="Martin Siemienski Andersen" userId="3e5b9027-db81-4bdb-8ff3-173865797b46" providerId="ADAL" clId="{8B091711-26D6-4EDA-B72C-460E0F46354F}" dt="2024-06-19T07:01:35.405" v="3599" actId="20577"/>
          <ac:spMkLst>
            <pc:docMk/>
            <pc:sldMk cId="941239877" sldId="488"/>
            <ac:spMk id="7" creationId="{5B7C8303-6178-AFFB-38BA-AF3A6886A1CD}"/>
          </ac:spMkLst>
        </pc:spChg>
        <pc:spChg chg="add mod">
          <ac:chgData name="Martin Siemienski Andersen" userId="3e5b9027-db81-4bdb-8ff3-173865797b46" providerId="ADAL" clId="{8B091711-26D6-4EDA-B72C-460E0F46354F}" dt="2024-06-19T07:02:00.787" v="3600" actId="1076"/>
          <ac:spMkLst>
            <pc:docMk/>
            <pc:sldMk cId="941239877" sldId="488"/>
            <ac:spMk id="9" creationId="{CAA8D1AF-1875-9C47-9E7E-677AE78823B1}"/>
          </ac:spMkLst>
        </pc:spChg>
      </pc:sldChg>
      <pc:sldChg chg="modSp add mod setBg">
        <pc:chgData name="Martin Siemienski Andersen" userId="3e5b9027-db81-4bdb-8ff3-173865797b46" providerId="ADAL" clId="{8B091711-26D6-4EDA-B72C-460E0F46354F}" dt="2024-06-18T13:05:56.809" v="3584"/>
        <pc:sldMkLst>
          <pc:docMk/>
          <pc:sldMk cId="3969491273" sldId="489"/>
        </pc:sldMkLst>
        <pc:spChg chg="mod">
          <ac:chgData name="Martin Siemienski Andersen" userId="3e5b9027-db81-4bdb-8ff3-173865797b46" providerId="ADAL" clId="{8B091711-26D6-4EDA-B72C-460E0F46354F}" dt="2024-06-18T11:16:24.041" v="2760" actId="6549"/>
          <ac:spMkLst>
            <pc:docMk/>
            <pc:sldMk cId="3969491273" sldId="489"/>
            <ac:spMk id="3" creationId="{20700119-3047-E5CD-11C0-3952BC8F1731}"/>
          </ac:spMkLst>
        </pc:spChg>
        <pc:spChg chg="mod">
          <ac:chgData name="Martin Siemienski Andersen" userId="3e5b9027-db81-4bdb-8ff3-173865797b46" providerId="ADAL" clId="{8B091711-26D6-4EDA-B72C-460E0F46354F}" dt="2024-06-18T13:05:56.809" v="3584"/>
          <ac:spMkLst>
            <pc:docMk/>
            <pc:sldMk cId="3969491273" sldId="489"/>
            <ac:spMk id="4" creationId="{16C40AC8-92BC-EADB-4D9F-F3D0E46DC0D4}"/>
          </ac:spMkLst>
        </pc:spChg>
      </pc:sldChg>
      <pc:sldChg chg="modSp new mod">
        <pc:chgData name="Martin Siemienski Andersen" userId="3e5b9027-db81-4bdb-8ff3-173865797b46" providerId="ADAL" clId="{8B091711-26D6-4EDA-B72C-460E0F46354F}" dt="2024-06-18T11:38:22.753" v="2887" actId="20577"/>
        <pc:sldMkLst>
          <pc:docMk/>
          <pc:sldMk cId="249394238" sldId="490"/>
        </pc:sldMkLst>
        <pc:spChg chg="mod">
          <ac:chgData name="Martin Siemienski Andersen" userId="3e5b9027-db81-4bdb-8ff3-173865797b46" providerId="ADAL" clId="{8B091711-26D6-4EDA-B72C-460E0F46354F}" dt="2024-06-18T11:37:05.888" v="2794" actId="20577"/>
          <ac:spMkLst>
            <pc:docMk/>
            <pc:sldMk cId="249394238" sldId="490"/>
            <ac:spMk id="3" creationId="{CDC78ECE-3D9F-0964-5B4B-3760BE566DBF}"/>
          </ac:spMkLst>
        </pc:spChg>
        <pc:spChg chg="mod">
          <ac:chgData name="Martin Siemienski Andersen" userId="3e5b9027-db81-4bdb-8ff3-173865797b46" providerId="ADAL" clId="{8B091711-26D6-4EDA-B72C-460E0F46354F}" dt="2024-06-18T11:38:22.753" v="2887" actId="20577"/>
          <ac:spMkLst>
            <pc:docMk/>
            <pc:sldMk cId="249394238" sldId="490"/>
            <ac:spMk id="4" creationId="{2123031A-B3BD-45FF-CD74-E5F916708264}"/>
          </ac:spMkLst>
        </pc:spChg>
      </pc:sldChg>
      <pc:sldChg chg="addSp modSp new mod">
        <pc:chgData name="Martin Siemienski Andersen" userId="3e5b9027-db81-4bdb-8ff3-173865797b46" providerId="ADAL" clId="{8B091711-26D6-4EDA-B72C-460E0F46354F}" dt="2024-06-18T11:46:43.375" v="2934" actId="14100"/>
        <pc:sldMkLst>
          <pc:docMk/>
          <pc:sldMk cId="3600381549" sldId="491"/>
        </pc:sldMkLst>
        <pc:spChg chg="mod">
          <ac:chgData name="Martin Siemienski Andersen" userId="3e5b9027-db81-4bdb-8ff3-173865797b46" providerId="ADAL" clId="{8B091711-26D6-4EDA-B72C-460E0F46354F}" dt="2024-06-18T11:46:43.375" v="2934" actId="14100"/>
          <ac:spMkLst>
            <pc:docMk/>
            <pc:sldMk cId="3600381549" sldId="491"/>
            <ac:spMk id="3" creationId="{8C62D072-4340-B650-E111-8CDA209F9ACE}"/>
          </ac:spMkLst>
        </pc:spChg>
        <pc:spChg chg="add">
          <ac:chgData name="Martin Siemienski Andersen" userId="3e5b9027-db81-4bdb-8ff3-173865797b46" providerId="ADAL" clId="{8B091711-26D6-4EDA-B72C-460E0F46354F}" dt="2024-06-18T11:40:19.364" v="2890"/>
          <ac:spMkLst>
            <pc:docMk/>
            <pc:sldMk cId="3600381549" sldId="491"/>
            <ac:spMk id="5" creationId="{ED49BB7D-54E2-9EBC-5E5C-CE686612C2F5}"/>
          </ac:spMkLst>
        </pc:spChg>
        <pc:spChg chg="add mod">
          <ac:chgData name="Martin Siemienski Andersen" userId="3e5b9027-db81-4bdb-8ff3-173865797b46" providerId="ADAL" clId="{8B091711-26D6-4EDA-B72C-460E0F46354F}" dt="2024-06-18T11:46:32.911" v="2905" actId="1076"/>
          <ac:spMkLst>
            <pc:docMk/>
            <pc:sldMk cId="3600381549" sldId="491"/>
            <ac:spMk id="7" creationId="{F3C70F66-752C-B6E6-3E1F-A6AFB3F67AA4}"/>
          </ac:spMkLst>
        </pc:spChg>
      </pc:sldChg>
      <pc:sldChg chg="modSp add mod setBg">
        <pc:chgData name="Martin Siemienski Andersen" userId="3e5b9027-db81-4bdb-8ff3-173865797b46" providerId="ADAL" clId="{8B091711-26D6-4EDA-B72C-460E0F46354F}" dt="2024-06-18T12:31:08.550" v="3533" actId="27636"/>
        <pc:sldMkLst>
          <pc:docMk/>
          <pc:sldMk cId="3859974388" sldId="492"/>
        </pc:sldMkLst>
        <pc:spChg chg="mod">
          <ac:chgData name="Martin Siemienski Andersen" userId="3e5b9027-db81-4bdb-8ff3-173865797b46" providerId="ADAL" clId="{8B091711-26D6-4EDA-B72C-460E0F46354F}" dt="2024-06-18T12:15:18.523" v="2994" actId="20577"/>
          <ac:spMkLst>
            <pc:docMk/>
            <pc:sldMk cId="3859974388" sldId="492"/>
            <ac:spMk id="3" creationId="{20700119-3047-E5CD-11C0-3952BC8F1731}"/>
          </ac:spMkLst>
        </pc:spChg>
        <pc:spChg chg="mod">
          <ac:chgData name="Martin Siemienski Andersen" userId="3e5b9027-db81-4bdb-8ff3-173865797b46" providerId="ADAL" clId="{8B091711-26D6-4EDA-B72C-460E0F46354F}" dt="2024-06-18T12:31:08.550" v="3533" actId="27636"/>
          <ac:spMkLst>
            <pc:docMk/>
            <pc:sldMk cId="3859974388" sldId="492"/>
            <ac:spMk id="4" creationId="{16C40AC8-92BC-EADB-4D9F-F3D0E46DC0D4}"/>
          </ac:spMkLst>
        </pc:spChg>
      </pc:sldChg>
    </pc:docChg>
  </pc:docChgLst>
  <pc:docChgLst>
    <pc:chgData name="Martin Siemienski Andersen" userId="3e5b9027-db81-4bdb-8ff3-173865797b46" providerId="ADAL" clId="{BFAD7716-0193-4B1C-BF69-1D78514D2409}"/>
    <pc:docChg chg="modSld">
      <pc:chgData name="Martin Siemienski Andersen" userId="3e5b9027-db81-4bdb-8ff3-173865797b46" providerId="ADAL" clId="{BFAD7716-0193-4B1C-BF69-1D78514D2409}" dt="2023-08-31T10:43:45.829" v="0" actId="6549"/>
      <pc:docMkLst>
        <pc:docMk/>
      </pc:docMkLst>
      <pc:sldChg chg="modSp mod">
        <pc:chgData name="Martin Siemienski Andersen" userId="3e5b9027-db81-4bdb-8ff3-173865797b46" providerId="ADAL" clId="{BFAD7716-0193-4B1C-BF69-1D78514D2409}" dt="2023-08-31T10:43:45.829" v="0" actId="6549"/>
        <pc:sldMkLst>
          <pc:docMk/>
          <pc:sldMk cId="2290672695" sldId="378"/>
        </pc:sldMkLst>
        <pc:spChg chg="mod">
          <ac:chgData name="Martin Siemienski Andersen" userId="3e5b9027-db81-4bdb-8ff3-173865797b46" providerId="ADAL" clId="{BFAD7716-0193-4B1C-BF69-1D78514D2409}" dt="2023-08-31T10:43:45.829" v="0" actId="6549"/>
          <ac:spMkLst>
            <pc:docMk/>
            <pc:sldMk cId="2290672695" sldId="378"/>
            <ac:spMk id="4" creationId="{00000000-0000-0000-0000-000000000000}"/>
          </ac:spMkLst>
        </pc:spChg>
      </pc:sldChg>
    </pc:docChg>
  </pc:docChgLst>
  <pc:docChgLst>
    <pc:chgData name="Martin Siemienski Andersen" userId="3e5b9027-db81-4bdb-8ff3-173865797b46" providerId="ADAL" clId="{4B6B253C-3340-44E6-A009-0A0819BBECD0}"/>
    <pc:docChg chg="modSld sldOrd">
      <pc:chgData name="Martin Siemienski Andersen" userId="3e5b9027-db81-4bdb-8ff3-173865797b46" providerId="ADAL" clId="{4B6B253C-3340-44E6-A009-0A0819BBECD0}" dt="2024-09-27T08:08:16.447" v="17" actId="1076"/>
      <pc:docMkLst>
        <pc:docMk/>
      </pc:docMkLst>
      <pc:sldChg chg="ord">
        <pc:chgData name="Martin Siemienski Andersen" userId="3e5b9027-db81-4bdb-8ff3-173865797b46" providerId="ADAL" clId="{4B6B253C-3340-44E6-A009-0A0819BBECD0}" dt="2024-09-26T12:24:05.044" v="14"/>
        <pc:sldMkLst>
          <pc:docMk/>
          <pc:sldMk cId="2973186146" sldId="464"/>
        </pc:sldMkLst>
      </pc:sldChg>
      <pc:sldChg chg="mod modShow">
        <pc:chgData name="Martin Siemienski Andersen" userId="3e5b9027-db81-4bdb-8ff3-173865797b46" providerId="ADAL" clId="{4B6B253C-3340-44E6-A009-0A0819BBECD0}" dt="2024-09-26T12:23:53.615" v="12" actId="729"/>
        <pc:sldMkLst>
          <pc:docMk/>
          <pc:sldMk cId="2262100592" sldId="479"/>
        </pc:sldMkLst>
      </pc:sldChg>
      <pc:sldChg chg="modSp mod">
        <pc:chgData name="Martin Siemienski Andersen" userId="3e5b9027-db81-4bdb-8ff3-173865797b46" providerId="ADAL" clId="{4B6B253C-3340-44E6-A009-0A0819BBECD0}" dt="2024-09-27T08:08:16.447" v="17" actId="1076"/>
        <pc:sldMkLst>
          <pc:docMk/>
          <pc:sldMk cId="941239877" sldId="488"/>
        </pc:sldMkLst>
        <pc:spChg chg="mod">
          <ac:chgData name="Martin Siemienski Andersen" userId="3e5b9027-db81-4bdb-8ff3-173865797b46" providerId="ADAL" clId="{4B6B253C-3340-44E6-A009-0A0819BBECD0}" dt="2024-09-27T08:08:16.447" v="17" actId="1076"/>
          <ac:spMkLst>
            <pc:docMk/>
            <pc:sldMk cId="941239877" sldId="488"/>
            <ac:spMk id="9" creationId="{CAA8D1AF-1875-9C47-9E7E-677AE78823B1}"/>
          </ac:spMkLst>
        </pc:spChg>
      </pc:sldChg>
      <pc:sldChg chg="ord">
        <pc:chgData name="Martin Siemienski Andersen" userId="3e5b9027-db81-4bdb-8ff3-173865797b46" providerId="ADAL" clId="{4B6B253C-3340-44E6-A009-0A0819BBECD0}" dt="2024-09-26T12:24:05.044" v="14"/>
        <pc:sldMkLst>
          <pc:docMk/>
          <pc:sldMk cId="3969491273" sldId="489"/>
        </pc:sldMkLst>
      </pc:sldChg>
      <pc:sldChg chg="ord">
        <pc:chgData name="Martin Siemienski Andersen" userId="3e5b9027-db81-4bdb-8ff3-173865797b46" providerId="ADAL" clId="{4B6B253C-3340-44E6-A009-0A0819BBECD0}" dt="2024-09-26T12:24:05.044" v="14"/>
        <pc:sldMkLst>
          <pc:docMk/>
          <pc:sldMk cId="3859974388" sldId="492"/>
        </pc:sldMkLst>
      </pc:sldChg>
      <pc:sldChg chg="ord">
        <pc:chgData name="Martin Siemienski Andersen" userId="3e5b9027-db81-4bdb-8ff3-173865797b46" providerId="ADAL" clId="{4B6B253C-3340-44E6-A009-0A0819BBECD0}" dt="2024-09-26T12:24:05.044" v="14"/>
        <pc:sldMkLst>
          <pc:docMk/>
          <pc:sldMk cId="2445898026" sldId="496"/>
        </pc:sldMkLst>
      </pc:sldChg>
      <pc:sldChg chg="ord">
        <pc:chgData name="Martin Siemienski Andersen" userId="3e5b9027-db81-4bdb-8ff3-173865797b46" providerId="ADAL" clId="{4B6B253C-3340-44E6-A009-0A0819BBECD0}" dt="2024-09-26T12:24:05.044" v="14"/>
        <pc:sldMkLst>
          <pc:docMk/>
          <pc:sldMk cId="720735116" sldId="497"/>
        </pc:sldMkLst>
      </pc:sldChg>
      <pc:sldChg chg="modSp mod">
        <pc:chgData name="Martin Siemienski Andersen" userId="3e5b9027-db81-4bdb-8ff3-173865797b46" providerId="ADAL" clId="{4B6B253C-3340-44E6-A009-0A0819BBECD0}" dt="2024-09-26T12:22:46.892" v="11" actId="20577"/>
        <pc:sldMkLst>
          <pc:docMk/>
          <pc:sldMk cId="2698411917" sldId="498"/>
        </pc:sldMkLst>
        <pc:spChg chg="mod">
          <ac:chgData name="Martin Siemienski Andersen" userId="3e5b9027-db81-4bdb-8ff3-173865797b46" providerId="ADAL" clId="{4B6B253C-3340-44E6-A009-0A0819BBECD0}" dt="2024-09-26T12:22:46.892" v="11" actId="20577"/>
          <ac:spMkLst>
            <pc:docMk/>
            <pc:sldMk cId="2698411917" sldId="498"/>
            <ac:spMk id="8" creationId="{9F4E72E0-8D82-6730-FE3E-33EFE32FEFDA}"/>
          </ac:spMkLst>
        </pc:spChg>
      </pc:sldChg>
    </pc:docChg>
  </pc:docChgLst>
  <pc:docChgLst>
    <pc:chgData name="Martin Siemienski Andersen" userId="3e5b9027-db81-4bdb-8ff3-173865797b46" providerId="ADAL" clId="{FE3A2A47-A197-4C06-B447-22E121A0D122}"/>
    <pc:docChg chg="undo redo custSel addSld delSld modSld sldOrd modSection">
      <pc:chgData name="Martin Siemienski Andersen" userId="3e5b9027-db81-4bdb-8ff3-173865797b46" providerId="ADAL" clId="{FE3A2A47-A197-4C06-B447-22E121A0D122}" dt="2023-10-23T04:05:36.429" v="6506" actId="20577"/>
      <pc:docMkLst>
        <pc:docMk/>
      </pc:docMkLst>
      <pc:sldChg chg="modSp">
        <pc:chgData name="Martin Siemienski Andersen" userId="3e5b9027-db81-4bdb-8ff3-173865797b46" providerId="ADAL" clId="{FE3A2A47-A197-4C06-B447-22E121A0D122}" dt="2023-10-18T09:12:34.184" v="1463" actId="2711"/>
        <pc:sldMkLst>
          <pc:docMk/>
          <pc:sldMk cId="2290672695" sldId="378"/>
        </pc:sldMkLst>
        <pc:spChg chg="mod">
          <ac:chgData name="Martin Siemienski Andersen" userId="3e5b9027-db81-4bdb-8ff3-173865797b46" providerId="ADAL" clId="{FE3A2A47-A197-4C06-B447-22E121A0D122}" dt="2023-10-18T09:12:34.184" v="1463" actId="2711"/>
          <ac:spMkLst>
            <pc:docMk/>
            <pc:sldMk cId="2290672695" sldId="378"/>
            <ac:spMk id="4" creationId="{00000000-0000-0000-0000-000000000000}"/>
          </ac:spMkLst>
        </pc:spChg>
        <pc:spChg chg="mod">
          <ac:chgData name="Martin Siemienski Andersen" userId="3e5b9027-db81-4bdb-8ff3-173865797b46" providerId="ADAL" clId="{FE3A2A47-A197-4C06-B447-22E121A0D122}" dt="2023-10-18T09:12:34.184" v="1463" actId="2711"/>
          <ac:spMkLst>
            <pc:docMk/>
            <pc:sldMk cId="2290672695" sldId="378"/>
            <ac:spMk id="7" creationId="{00000000-0000-0000-0000-000000000000}"/>
          </ac:spMkLst>
        </pc:spChg>
        <pc:grpChg chg="mod">
          <ac:chgData name="Martin Siemienski Andersen" userId="3e5b9027-db81-4bdb-8ff3-173865797b46" providerId="ADAL" clId="{FE3A2A47-A197-4C06-B447-22E121A0D122}" dt="2023-10-18T09:12:34.184" v="1463" actId="2711"/>
          <ac:grpSpMkLst>
            <pc:docMk/>
            <pc:sldMk cId="2290672695" sldId="378"/>
            <ac:grpSpMk id="10" creationId="{00000000-0000-0000-0000-000000000000}"/>
          </ac:grpSpMkLst>
        </pc:grpChg>
        <pc:picChg chg="mod">
          <ac:chgData name="Martin Siemienski Andersen" userId="3e5b9027-db81-4bdb-8ff3-173865797b46" providerId="ADAL" clId="{FE3A2A47-A197-4C06-B447-22E121A0D122}" dt="2023-10-18T09:12:34.184" v="1463" actId="2711"/>
          <ac:picMkLst>
            <pc:docMk/>
            <pc:sldMk cId="2290672695" sldId="378"/>
            <ac:picMk id="34" creationId="{00000000-0000-0000-0000-000000000000}"/>
          </ac:picMkLst>
        </pc:picChg>
      </pc:sldChg>
      <pc:sldChg chg="addSp delSp modSp mod">
        <pc:chgData name="Martin Siemienski Andersen" userId="3e5b9027-db81-4bdb-8ff3-173865797b46" providerId="ADAL" clId="{FE3A2A47-A197-4C06-B447-22E121A0D122}" dt="2023-10-18T11:57:08.529" v="2191" actId="20577"/>
        <pc:sldMkLst>
          <pc:docMk/>
          <pc:sldMk cId="2153325008" sldId="392"/>
        </pc:sldMkLst>
        <pc:spChg chg="del">
          <ac:chgData name="Martin Siemienski Andersen" userId="3e5b9027-db81-4bdb-8ff3-173865797b46" providerId="ADAL" clId="{FE3A2A47-A197-4C06-B447-22E121A0D122}" dt="2023-10-18T06:04:49.030" v="580" actId="478"/>
          <ac:spMkLst>
            <pc:docMk/>
            <pc:sldMk cId="2153325008" sldId="392"/>
            <ac:spMk id="4" creationId="{00000000-0000-0000-0000-000000000000}"/>
          </ac:spMkLst>
        </pc:spChg>
        <pc:spChg chg="mod">
          <ac:chgData name="Martin Siemienski Andersen" userId="3e5b9027-db81-4bdb-8ff3-173865797b46" providerId="ADAL" clId="{FE3A2A47-A197-4C06-B447-22E121A0D122}" dt="2023-10-18T11:57:08.529" v="2191" actId="20577"/>
          <ac:spMkLst>
            <pc:docMk/>
            <pc:sldMk cId="2153325008" sldId="392"/>
            <ac:spMk id="6" creationId="{00000000-0000-0000-0000-000000000000}"/>
          </ac:spMkLst>
        </pc:spChg>
        <pc:spChg chg="add del mod">
          <ac:chgData name="Martin Siemienski Andersen" userId="3e5b9027-db81-4bdb-8ff3-173865797b46" providerId="ADAL" clId="{FE3A2A47-A197-4C06-B447-22E121A0D122}" dt="2023-10-18T06:04:54.133" v="583"/>
          <ac:spMkLst>
            <pc:docMk/>
            <pc:sldMk cId="2153325008" sldId="392"/>
            <ac:spMk id="7" creationId="{1D0E83EC-C07E-31B1-3832-F6043296884A}"/>
          </ac:spMkLst>
        </pc:spChg>
        <pc:spChg chg="mod">
          <ac:chgData name="Martin Siemienski Andersen" userId="3e5b9027-db81-4bdb-8ff3-173865797b46" providerId="ADAL" clId="{FE3A2A47-A197-4C06-B447-22E121A0D122}" dt="2023-10-18T09:06:56.053" v="1388" actId="2711"/>
          <ac:spMkLst>
            <pc:docMk/>
            <pc:sldMk cId="2153325008" sldId="392"/>
            <ac:spMk id="8" creationId="{64DCD6DB-2FB4-4736-9BB6-D9C9FA5E6642}"/>
          </ac:spMkLst>
        </pc:spChg>
        <pc:spChg chg="add del mod">
          <ac:chgData name="Martin Siemienski Andersen" userId="3e5b9027-db81-4bdb-8ff3-173865797b46" providerId="ADAL" clId="{FE3A2A47-A197-4C06-B447-22E121A0D122}" dt="2023-10-18T06:04:52.789" v="582"/>
          <ac:spMkLst>
            <pc:docMk/>
            <pc:sldMk cId="2153325008" sldId="392"/>
            <ac:spMk id="9" creationId="{62DC48B7-B9A7-28DC-A526-119BF49503EF}"/>
          </ac:spMkLst>
        </pc:spChg>
        <pc:spChg chg="add mod">
          <ac:chgData name="Martin Siemienski Andersen" userId="3e5b9027-db81-4bdb-8ff3-173865797b46" providerId="ADAL" clId="{FE3A2A47-A197-4C06-B447-22E121A0D122}" dt="2023-10-18T09:06:36.693" v="1386" actId="2711"/>
          <ac:spMkLst>
            <pc:docMk/>
            <pc:sldMk cId="2153325008" sldId="392"/>
            <ac:spMk id="10" creationId="{D05F08F9-F800-CD19-BAE4-658DC9C51330}"/>
          </ac:spMkLst>
        </pc:spChg>
        <pc:graphicFrameChg chg="mod">
          <ac:chgData name="Martin Siemienski Andersen" userId="3e5b9027-db81-4bdb-8ff3-173865797b46" providerId="ADAL" clId="{FE3A2A47-A197-4C06-B447-22E121A0D122}" dt="2023-10-18T09:07:03.314" v="1389" actId="2711"/>
          <ac:graphicFrameMkLst>
            <pc:docMk/>
            <pc:sldMk cId="2153325008" sldId="392"/>
            <ac:graphicFrameMk id="2" creationId="{B4E44DBE-DC0C-4A10-A54B-52F81366C5F7}"/>
          </ac:graphicFrameMkLst>
        </pc:graphicFrameChg>
      </pc:sldChg>
      <pc:sldChg chg="modSp mod">
        <pc:chgData name="Martin Siemienski Andersen" userId="3e5b9027-db81-4bdb-8ff3-173865797b46" providerId="ADAL" clId="{FE3A2A47-A197-4C06-B447-22E121A0D122}" dt="2023-10-18T09:12:11.983" v="1460" actId="404"/>
        <pc:sldMkLst>
          <pc:docMk/>
          <pc:sldMk cId="3417722849" sldId="393"/>
        </pc:sldMkLst>
        <pc:spChg chg="mod">
          <ac:chgData name="Martin Siemienski Andersen" userId="3e5b9027-db81-4bdb-8ff3-173865797b46" providerId="ADAL" clId="{FE3A2A47-A197-4C06-B447-22E121A0D122}" dt="2023-10-18T09:12:07.270" v="1459" actId="2711"/>
          <ac:spMkLst>
            <pc:docMk/>
            <pc:sldMk cId="3417722849" sldId="393"/>
            <ac:spMk id="3" creationId="{109B2BF6-BBD6-4286-BE0F-4AF77BE8C66C}"/>
          </ac:spMkLst>
        </pc:spChg>
        <pc:spChg chg="mod">
          <ac:chgData name="Martin Siemienski Andersen" userId="3e5b9027-db81-4bdb-8ff3-173865797b46" providerId="ADAL" clId="{FE3A2A47-A197-4C06-B447-22E121A0D122}" dt="2023-10-18T09:12:07.270" v="1459" actId="2711"/>
          <ac:spMkLst>
            <pc:docMk/>
            <pc:sldMk cId="3417722849" sldId="393"/>
            <ac:spMk id="4" creationId="{73B995AC-9F99-4168-8974-DAB26BE314AC}"/>
          </ac:spMkLst>
        </pc:spChg>
        <pc:spChg chg="mod">
          <ac:chgData name="Martin Siemienski Andersen" userId="3e5b9027-db81-4bdb-8ff3-173865797b46" providerId="ADAL" clId="{FE3A2A47-A197-4C06-B447-22E121A0D122}" dt="2023-10-18T09:12:11.983" v="1460" actId="404"/>
          <ac:spMkLst>
            <pc:docMk/>
            <pc:sldMk cId="3417722849" sldId="393"/>
            <ac:spMk id="10" creationId="{4513E7FF-7AD6-41AB-B533-BEFA08CDEB1D}"/>
          </ac:spMkLst>
        </pc:spChg>
      </pc:sldChg>
      <pc:sldChg chg="del">
        <pc:chgData name="Martin Siemienski Andersen" userId="3e5b9027-db81-4bdb-8ff3-173865797b46" providerId="ADAL" clId="{FE3A2A47-A197-4C06-B447-22E121A0D122}" dt="2023-10-18T09:08:12.953" v="1398" actId="47"/>
        <pc:sldMkLst>
          <pc:docMk/>
          <pc:sldMk cId="1521559328" sldId="394"/>
        </pc:sldMkLst>
      </pc:sldChg>
      <pc:sldChg chg="modSp mod ord">
        <pc:chgData name="Martin Siemienski Andersen" userId="3e5b9027-db81-4bdb-8ff3-173865797b46" providerId="ADAL" clId="{FE3A2A47-A197-4C06-B447-22E121A0D122}" dt="2023-10-20T08:30:59.570" v="2794"/>
        <pc:sldMkLst>
          <pc:docMk/>
          <pc:sldMk cId="1792429618" sldId="395"/>
        </pc:sldMkLst>
        <pc:spChg chg="mod">
          <ac:chgData name="Martin Siemienski Andersen" userId="3e5b9027-db81-4bdb-8ff3-173865797b46" providerId="ADAL" clId="{FE3A2A47-A197-4C06-B447-22E121A0D122}" dt="2023-10-18T09:56:39.501" v="1531" actId="2711"/>
          <ac:spMkLst>
            <pc:docMk/>
            <pc:sldMk cId="1792429618" sldId="395"/>
            <ac:spMk id="2" creationId="{D04815C8-4133-4D00-AE83-D6A4B58EE4F9}"/>
          </ac:spMkLst>
        </pc:spChg>
        <pc:spChg chg="mod">
          <ac:chgData name="Martin Siemienski Andersen" userId="3e5b9027-db81-4bdb-8ff3-173865797b46" providerId="ADAL" clId="{FE3A2A47-A197-4C06-B447-22E121A0D122}" dt="2023-10-18T09:56:39.501" v="1531" actId="2711"/>
          <ac:spMkLst>
            <pc:docMk/>
            <pc:sldMk cId="1792429618" sldId="395"/>
            <ac:spMk id="3" creationId="{B9BD86FD-0F1F-4416-AD67-596B58DFE868}"/>
          </ac:spMkLst>
        </pc:spChg>
      </pc:sldChg>
      <pc:sldChg chg="mod modShow">
        <pc:chgData name="Martin Siemienski Andersen" userId="3e5b9027-db81-4bdb-8ff3-173865797b46" providerId="ADAL" clId="{FE3A2A47-A197-4C06-B447-22E121A0D122}" dt="2023-10-18T05:45:02.385" v="4" actId="729"/>
        <pc:sldMkLst>
          <pc:docMk/>
          <pc:sldMk cId="1984459170" sldId="396"/>
        </pc:sldMkLst>
      </pc:sldChg>
      <pc:sldChg chg="mod modShow">
        <pc:chgData name="Martin Siemienski Andersen" userId="3e5b9027-db81-4bdb-8ff3-173865797b46" providerId="ADAL" clId="{FE3A2A47-A197-4C06-B447-22E121A0D122}" dt="2023-10-18T05:44:31.657" v="3" actId="729"/>
        <pc:sldMkLst>
          <pc:docMk/>
          <pc:sldMk cId="931047619" sldId="397"/>
        </pc:sldMkLst>
      </pc:sldChg>
      <pc:sldChg chg="mod modShow">
        <pc:chgData name="Martin Siemienski Andersen" userId="3e5b9027-db81-4bdb-8ff3-173865797b46" providerId="ADAL" clId="{FE3A2A47-A197-4C06-B447-22E121A0D122}" dt="2023-10-18T05:44:19.164" v="2" actId="729"/>
        <pc:sldMkLst>
          <pc:docMk/>
          <pc:sldMk cId="4289387927" sldId="398"/>
        </pc:sldMkLst>
      </pc:sldChg>
      <pc:sldChg chg="modSp mod">
        <pc:chgData name="Martin Siemienski Andersen" userId="3e5b9027-db81-4bdb-8ff3-173865797b46" providerId="ADAL" clId="{FE3A2A47-A197-4C06-B447-22E121A0D122}" dt="2023-10-20T09:25:18.735" v="3616" actId="20577"/>
        <pc:sldMkLst>
          <pc:docMk/>
          <pc:sldMk cId="1863275459" sldId="400"/>
        </pc:sldMkLst>
        <pc:spChg chg="mod">
          <ac:chgData name="Martin Siemienski Andersen" userId="3e5b9027-db81-4bdb-8ff3-173865797b46" providerId="ADAL" clId="{FE3A2A47-A197-4C06-B447-22E121A0D122}" dt="2023-10-18T09:08:46.306" v="1407" actId="2711"/>
          <ac:spMkLst>
            <pc:docMk/>
            <pc:sldMk cId="1863275459" sldId="400"/>
            <ac:spMk id="2" creationId="{C3CDAD2D-609D-42D0-B097-C56F8A3CC401}"/>
          </ac:spMkLst>
        </pc:spChg>
        <pc:spChg chg="mod">
          <ac:chgData name="Martin Siemienski Andersen" userId="3e5b9027-db81-4bdb-8ff3-173865797b46" providerId="ADAL" clId="{FE3A2A47-A197-4C06-B447-22E121A0D122}" dt="2023-10-18T09:08:46.306" v="1407" actId="2711"/>
          <ac:spMkLst>
            <pc:docMk/>
            <pc:sldMk cId="1863275459" sldId="400"/>
            <ac:spMk id="3" creationId="{155E760E-1425-42D1-9263-35EE21CFF1D0}"/>
          </ac:spMkLst>
        </pc:spChg>
        <pc:spChg chg="mod">
          <ac:chgData name="Martin Siemienski Andersen" userId="3e5b9027-db81-4bdb-8ff3-173865797b46" providerId="ADAL" clId="{FE3A2A47-A197-4C06-B447-22E121A0D122}" dt="2023-10-20T09:25:18.735" v="3616" actId="20577"/>
          <ac:spMkLst>
            <pc:docMk/>
            <pc:sldMk cId="1863275459" sldId="400"/>
            <ac:spMk id="4" creationId="{5CB79B94-9720-49AE-94FC-E05A35E01BCA}"/>
          </ac:spMkLst>
        </pc:spChg>
      </pc:sldChg>
      <pc:sldChg chg="addSp delSp modSp mod setBg">
        <pc:chgData name="Martin Siemienski Andersen" userId="3e5b9027-db81-4bdb-8ff3-173865797b46" providerId="ADAL" clId="{FE3A2A47-A197-4C06-B447-22E121A0D122}" dt="2023-10-20T08:58:07.838" v="3145" actId="20577"/>
        <pc:sldMkLst>
          <pc:docMk/>
          <pc:sldMk cId="3128626905" sldId="401"/>
        </pc:sldMkLst>
        <pc:spChg chg="mod">
          <ac:chgData name="Martin Siemienski Andersen" userId="3e5b9027-db81-4bdb-8ff3-173865797b46" providerId="ADAL" clId="{FE3A2A47-A197-4C06-B447-22E121A0D122}" dt="2023-10-18T09:08:41.052" v="1405" actId="2711"/>
          <ac:spMkLst>
            <pc:docMk/>
            <pc:sldMk cId="3128626905" sldId="401"/>
            <ac:spMk id="2" creationId="{45219F00-DBD1-43FE-ABCD-16899B676608}"/>
          </ac:spMkLst>
        </pc:spChg>
        <pc:spChg chg="mod">
          <ac:chgData name="Martin Siemienski Andersen" userId="3e5b9027-db81-4bdb-8ff3-173865797b46" providerId="ADAL" clId="{FE3A2A47-A197-4C06-B447-22E121A0D122}" dt="2023-10-18T09:08:41.052" v="1405" actId="2711"/>
          <ac:spMkLst>
            <pc:docMk/>
            <pc:sldMk cId="3128626905" sldId="401"/>
            <ac:spMk id="3" creationId="{24034222-04BA-444F-97CC-F31270BED5A4}"/>
          </ac:spMkLst>
        </pc:spChg>
        <pc:spChg chg="del mod">
          <ac:chgData name="Martin Siemienski Andersen" userId="3e5b9027-db81-4bdb-8ff3-173865797b46" providerId="ADAL" clId="{FE3A2A47-A197-4C06-B447-22E121A0D122}" dt="2023-10-18T11:59:41.749" v="2207" actId="478"/>
          <ac:spMkLst>
            <pc:docMk/>
            <pc:sldMk cId="3128626905" sldId="401"/>
            <ac:spMk id="4" creationId="{4E70F956-70CA-4FD5-971A-8C3273CB71AC}"/>
          </ac:spMkLst>
        </pc:spChg>
        <pc:spChg chg="add del mod">
          <ac:chgData name="Martin Siemienski Andersen" userId="3e5b9027-db81-4bdb-8ff3-173865797b46" providerId="ADAL" clId="{FE3A2A47-A197-4C06-B447-22E121A0D122}" dt="2023-10-18T11:59:43.406" v="2208" actId="478"/>
          <ac:spMkLst>
            <pc:docMk/>
            <pc:sldMk cId="3128626905" sldId="401"/>
            <ac:spMk id="6" creationId="{96B90D7C-8D3B-4A34-9011-CCC5EBC24AA9}"/>
          </ac:spMkLst>
        </pc:spChg>
        <pc:spChg chg="add mod">
          <ac:chgData name="Martin Siemienski Andersen" userId="3e5b9027-db81-4bdb-8ff3-173865797b46" providerId="ADAL" clId="{FE3A2A47-A197-4C06-B447-22E121A0D122}" dt="2023-10-20T08:58:07.838" v="3145" actId="20577"/>
          <ac:spMkLst>
            <pc:docMk/>
            <pc:sldMk cId="3128626905" sldId="401"/>
            <ac:spMk id="7" creationId="{54EE23DC-3671-A065-7A92-8A3AF4C11A3A}"/>
          </ac:spMkLst>
        </pc:spChg>
        <pc:spChg chg="add mod">
          <ac:chgData name="Martin Siemienski Andersen" userId="3e5b9027-db81-4bdb-8ff3-173865797b46" providerId="ADAL" clId="{FE3A2A47-A197-4C06-B447-22E121A0D122}" dt="2023-10-20T08:56:59.432" v="3132" actId="6549"/>
          <ac:spMkLst>
            <pc:docMk/>
            <pc:sldMk cId="3128626905" sldId="401"/>
            <ac:spMk id="8" creationId="{3364E5E7-E302-97F6-A135-D59CC81CE3D2}"/>
          </ac:spMkLst>
        </pc:spChg>
      </pc:sldChg>
      <pc:sldChg chg="modSp mod ord setBg modAnim">
        <pc:chgData name="Martin Siemienski Andersen" userId="3e5b9027-db81-4bdb-8ff3-173865797b46" providerId="ADAL" clId="{FE3A2A47-A197-4C06-B447-22E121A0D122}" dt="2023-10-20T11:32:47.575" v="6048"/>
        <pc:sldMkLst>
          <pc:docMk/>
          <pc:sldMk cId="532016651" sldId="402"/>
        </pc:sldMkLst>
        <pc:spChg chg="mod">
          <ac:chgData name="Martin Siemienski Andersen" userId="3e5b9027-db81-4bdb-8ff3-173865797b46" providerId="ADAL" clId="{FE3A2A47-A197-4C06-B447-22E121A0D122}" dt="2023-10-18T09:09:49.372" v="1419" actId="1076"/>
          <ac:spMkLst>
            <pc:docMk/>
            <pc:sldMk cId="532016651" sldId="402"/>
            <ac:spMk id="2" creationId="{E2D84FF1-8CC0-4A52-AED3-9B6CBDED1B14}"/>
          </ac:spMkLst>
        </pc:spChg>
        <pc:spChg chg="mod">
          <ac:chgData name="Martin Siemienski Andersen" userId="3e5b9027-db81-4bdb-8ff3-173865797b46" providerId="ADAL" clId="{FE3A2A47-A197-4C06-B447-22E121A0D122}" dt="2023-10-18T11:44:04.399" v="2160" actId="20577"/>
          <ac:spMkLst>
            <pc:docMk/>
            <pc:sldMk cId="532016651" sldId="402"/>
            <ac:spMk id="3" creationId="{B2956BCE-871C-4554-B8B1-952D70E7A7C4}"/>
          </ac:spMkLst>
        </pc:spChg>
        <pc:spChg chg="mod">
          <ac:chgData name="Martin Siemienski Andersen" userId="3e5b9027-db81-4bdb-8ff3-173865797b46" providerId="ADAL" clId="{FE3A2A47-A197-4C06-B447-22E121A0D122}" dt="2023-10-20T09:11:49.375" v="3394" actId="15"/>
          <ac:spMkLst>
            <pc:docMk/>
            <pc:sldMk cId="532016651" sldId="402"/>
            <ac:spMk id="4" creationId="{272C49A0-5575-4D72-9536-A605014C6D02}"/>
          </ac:spMkLst>
        </pc:spChg>
        <pc:picChg chg="mod">
          <ac:chgData name="Martin Siemienski Andersen" userId="3e5b9027-db81-4bdb-8ff3-173865797b46" providerId="ADAL" clId="{FE3A2A47-A197-4C06-B447-22E121A0D122}" dt="2023-10-20T08:50:30.129" v="2952" actId="1076"/>
          <ac:picMkLst>
            <pc:docMk/>
            <pc:sldMk cId="532016651" sldId="402"/>
            <ac:picMk id="6" creationId="{898B9262-EAA8-467C-9C72-FB1F027D2646}"/>
          </ac:picMkLst>
        </pc:picChg>
      </pc:sldChg>
      <pc:sldChg chg="modSp mod setBg">
        <pc:chgData name="Martin Siemienski Andersen" userId="3e5b9027-db81-4bdb-8ff3-173865797b46" providerId="ADAL" clId="{FE3A2A47-A197-4C06-B447-22E121A0D122}" dt="2023-10-23T04:05:32.635" v="6504" actId="20577"/>
        <pc:sldMkLst>
          <pc:docMk/>
          <pc:sldMk cId="2059687948" sldId="403"/>
        </pc:sldMkLst>
        <pc:spChg chg="mod">
          <ac:chgData name="Martin Siemienski Andersen" userId="3e5b9027-db81-4bdb-8ff3-173865797b46" providerId="ADAL" clId="{FE3A2A47-A197-4C06-B447-22E121A0D122}" dt="2023-10-18T09:09:38.758" v="1416" actId="2711"/>
          <ac:spMkLst>
            <pc:docMk/>
            <pc:sldMk cId="2059687948" sldId="403"/>
            <ac:spMk id="2" creationId="{3A41D32E-A5AF-4F48-B6CF-A29DE7E0DF50}"/>
          </ac:spMkLst>
        </pc:spChg>
        <pc:spChg chg="mod">
          <ac:chgData name="Martin Siemienski Andersen" userId="3e5b9027-db81-4bdb-8ff3-173865797b46" providerId="ADAL" clId="{FE3A2A47-A197-4C06-B447-22E121A0D122}" dt="2023-10-23T04:05:32.635" v="6504" actId="20577"/>
          <ac:spMkLst>
            <pc:docMk/>
            <pc:sldMk cId="2059687948" sldId="403"/>
            <ac:spMk id="3" creationId="{5057D9DE-C38B-4D18-815C-6F652D17D41C}"/>
          </ac:spMkLst>
        </pc:spChg>
        <pc:spChg chg="mod">
          <ac:chgData name="Martin Siemienski Andersen" userId="3e5b9027-db81-4bdb-8ff3-173865797b46" providerId="ADAL" clId="{FE3A2A47-A197-4C06-B447-22E121A0D122}" dt="2023-10-20T11:18:44.886" v="5885"/>
          <ac:spMkLst>
            <pc:docMk/>
            <pc:sldMk cId="2059687948" sldId="403"/>
            <ac:spMk id="5" creationId="{8298025D-B850-4D0E-9A64-A0C16F9B265B}"/>
          </ac:spMkLst>
        </pc:spChg>
      </pc:sldChg>
      <pc:sldChg chg="modSp del mod">
        <pc:chgData name="Martin Siemienski Andersen" userId="3e5b9027-db81-4bdb-8ff3-173865797b46" providerId="ADAL" clId="{FE3A2A47-A197-4C06-B447-22E121A0D122}" dt="2023-10-18T10:27:23.736" v="1918" actId="47"/>
        <pc:sldMkLst>
          <pc:docMk/>
          <pc:sldMk cId="317081194" sldId="404"/>
        </pc:sldMkLst>
        <pc:spChg chg="mod">
          <ac:chgData name="Martin Siemienski Andersen" userId="3e5b9027-db81-4bdb-8ff3-173865797b46" providerId="ADAL" clId="{FE3A2A47-A197-4C06-B447-22E121A0D122}" dt="2023-10-18T10:23:27.034" v="1893" actId="2711"/>
          <ac:spMkLst>
            <pc:docMk/>
            <pc:sldMk cId="317081194" sldId="404"/>
            <ac:spMk id="2" creationId="{EA178996-D604-4F32-8349-8C8BF82935EB}"/>
          </ac:spMkLst>
        </pc:spChg>
        <pc:spChg chg="mod">
          <ac:chgData name="Martin Siemienski Andersen" userId="3e5b9027-db81-4bdb-8ff3-173865797b46" providerId="ADAL" clId="{FE3A2A47-A197-4C06-B447-22E121A0D122}" dt="2023-10-18T10:23:27.034" v="1893" actId="2711"/>
          <ac:spMkLst>
            <pc:docMk/>
            <pc:sldMk cId="317081194" sldId="404"/>
            <ac:spMk id="3" creationId="{DD41D4FD-FFC9-4BDD-939B-2774E712D845}"/>
          </ac:spMkLst>
        </pc:spChg>
      </pc:sldChg>
      <pc:sldChg chg="modSp mod">
        <pc:chgData name="Martin Siemienski Andersen" userId="3e5b9027-db81-4bdb-8ff3-173865797b46" providerId="ADAL" clId="{FE3A2A47-A197-4C06-B447-22E121A0D122}" dt="2023-10-20T08:52:27.406" v="3004" actId="6549"/>
        <pc:sldMkLst>
          <pc:docMk/>
          <pc:sldMk cId="3277127524" sldId="405"/>
        </pc:sldMkLst>
        <pc:spChg chg="mod">
          <ac:chgData name="Martin Siemienski Andersen" userId="3e5b9027-db81-4bdb-8ff3-173865797b46" providerId="ADAL" clId="{FE3A2A47-A197-4C06-B447-22E121A0D122}" dt="2023-10-18T09:09:20.309" v="1414" actId="2711"/>
          <ac:spMkLst>
            <pc:docMk/>
            <pc:sldMk cId="3277127524" sldId="405"/>
            <ac:spMk id="2" creationId="{EA178996-D604-4F32-8349-8C8BF82935EB}"/>
          </ac:spMkLst>
        </pc:spChg>
        <pc:spChg chg="mod">
          <ac:chgData name="Martin Siemienski Andersen" userId="3e5b9027-db81-4bdb-8ff3-173865797b46" providerId="ADAL" clId="{FE3A2A47-A197-4C06-B447-22E121A0D122}" dt="2023-10-18T09:09:20.309" v="1414" actId="2711"/>
          <ac:spMkLst>
            <pc:docMk/>
            <pc:sldMk cId="3277127524" sldId="405"/>
            <ac:spMk id="3" creationId="{DD41D4FD-FFC9-4BDD-939B-2774E712D845}"/>
          </ac:spMkLst>
        </pc:spChg>
        <pc:spChg chg="mod">
          <ac:chgData name="Martin Siemienski Andersen" userId="3e5b9027-db81-4bdb-8ff3-173865797b46" providerId="ADAL" clId="{FE3A2A47-A197-4C06-B447-22E121A0D122}" dt="2023-10-20T08:52:27.406" v="3004" actId="6549"/>
          <ac:spMkLst>
            <pc:docMk/>
            <pc:sldMk cId="3277127524" sldId="405"/>
            <ac:spMk id="10" creationId="{8CD0B505-382C-4134-9BEF-D51963DF7936}"/>
          </ac:spMkLst>
        </pc:spChg>
      </pc:sldChg>
      <pc:sldChg chg="modSp add del mod modShow">
        <pc:chgData name="Martin Siemienski Andersen" userId="3e5b9027-db81-4bdb-8ff3-173865797b46" providerId="ADAL" clId="{FE3A2A47-A197-4C06-B447-22E121A0D122}" dt="2023-10-20T08:53:15.497" v="3079" actId="6549"/>
        <pc:sldMkLst>
          <pc:docMk/>
          <pc:sldMk cId="2719101167" sldId="406"/>
        </pc:sldMkLst>
        <pc:spChg chg="mod">
          <ac:chgData name="Martin Siemienski Andersen" userId="3e5b9027-db81-4bdb-8ff3-173865797b46" providerId="ADAL" clId="{FE3A2A47-A197-4C06-B447-22E121A0D122}" dt="2023-10-18T09:09:15.345" v="1412" actId="2711"/>
          <ac:spMkLst>
            <pc:docMk/>
            <pc:sldMk cId="2719101167" sldId="406"/>
            <ac:spMk id="2" creationId="{EA178996-D604-4F32-8349-8C8BF82935EB}"/>
          </ac:spMkLst>
        </pc:spChg>
        <pc:spChg chg="mod">
          <ac:chgData name="Martin Siemienski Andersen" userId="3e5b9027-db81-4bdb-8ff3-173865797b46" providerId="ADAL" clId="{FE3A2A47-A197-4C06-B447-22E121A0D122}" dt="2023-10-18T09:09:15.345" v="1412" actId="2711"/>
          <ac:spMkLst>
            <pc:docMk/>
            <pc:sldMk cId="2719101167" sldId="406"/>
            <ac:spMk id="3" creationId="{DD41D4FD-FFC9-4BDD-939B-2774E712D845}"/>
          </ac:spMkLst>
        </pc:spChg>
        <pc:spChg chg="mod">
          <ac:chgData name="Martin Siemienski Andersen" userId="3e5b9027-db81-4bdb-8ff3-173865797b46" providerId="ADAL" clId="{FE3A2A47-A197-4C06-B447-22E121A0D122}" dt="2023-10-20T08:53:15.497" v="3079" actId="6549"/>
          <ac:spMkLst>
            <pc:docMk/>
            <pc:sldMk cId="2719101167" sldId="406"/>
            <ac:spMk id="7" creationId="{87E85655-7654-4D7A-8861-618BED846718}"/>
          </ac:spMkLst>
        </pc:spChg>
      </pc:sldChg>
      <pc:sldChg chg="addSp modSp mod">
        <pc:chgData name="Martin Siemienski Andersen" userId="3e5b9027-db81-4bdb-8ff3-173865797b46" providerId="ADAL" clId="{FE3A2A47-A197-4C06-B447-22E121A0D122}" dt="2023-10-20T09:12:43.832" v="3396" actId="20577"/>
        <pc:sldMkLst>
          <pc:docMk/>
          <pc:sldMk cId="4134463651" sldId="407"/>
        </pc:sldMkLst>
        <pc:spChg chg="mod">
          <ac:chgData name="Martin Siemienski Andersen" userId="3e5b9027-db81-4bdb-8ff3-173865797b46" providerId="ADAL" clId="{FE3A2A47-A197-4C06-B447-22E121A0D122}" dt="2023-10-18T09:09:01.606" v="1409" actId="2711"/>
          <ac:spMkLst>
            <pc:docMk/>
            <pc:sldMk cId="4134463651" sldId="407"/>
            <ac:spMk id="2" creationId="{7CACB8B9-BC7F-481C-BBFD-5C398FF52406}"/>
          </ac:spMkLst>
        </pc:spChg>
        <pc:spChg chg="mod">
          <ac:chgData name="Martin Siemienski Andersen" userId="3e5b9027-db81-4bdb-8ff3-173865797b46" providerId="ADAL" clId="{FE3A2A47-A197-4C06-B447-22E121A0D122}" dt="2023-10-18T09:14:32.299" v="1477" actId="20577"/>
          <ac:spMkLst>
            <pc:docMk/>
            <pc:sldMk cId="4134463651" sldId="407"/>
            <ac:spMk id="3" creationId="{56DC0C70-0072-450D-982C-BE2F28A86874}"/>
          </ac:spMkLst>
        </pc:spChg>
        <pc:spChg chg="mod">
          <ac:chgData name="Martin Siemienski Andersen" userId="3e5b9027-db81-4bdb-8ff3-173865797b46" providerId="ADAL" clId="{FE3A2A47-A197-4C06-B447-22E121A0D122}" dt="2023-10-18T09:55:56.815" v="1529" actId="6549"/>
          <ac:spMkLst>
            <pc:docMk/>
            <pc:sldMk cId="4134463651" sldId="407"/>
            <ac:spMk id="4" creationId="{31ADA4EA-5BC3-4E5E-887F-C8E29C085CD1}"/>
          </ac:spMkLst>
        </pc:spChg>
        <pc:spChg chg="add mod">
          <ac:chgData name="Martin Siemienski Andersen" userId="3e5b9027-db81-4bdb-8ff3-173865797b46" providerId="ADAL" clId="{FE3A2A47-A197-4C06-B447-22E121A0D122}" dt="2023-10-18T09:37:59.217" v="1487" actId="571"/>
          <ac:spMkLst>
            <pc:docMk/>
            <pc:sldMk cId="4134463651" sldId="407"/>
            <ac:spMk id="5" creationId="{91414C4F-8F9D-3C64-B739-A65FA405FC00}"/>
          </ac:spMkLst>
        </pc:spChg>
        <pc:spChg chg="mod">
          <ac:chgData name="Martin Siemienski Andersen" userId="3e5b9027-db81-4bdb-8ff3-173865797b46" providerId="ADAL" clId="{FE3A2A47-A197-4C06-B447-22E121A0D122}" dt="2023-10-20T09:12:43.832" v="3396" actId="20577"/>
          <ac:spMkLst>
            <pc:docMk/>
            <pc:sldMk cId="4134463651" sldId="407"/>
            <ac:spMk id="9" creationId="{462E4503-B183-4744-A381-0FDC5A28015B}"/>
          </ac:spMkLst>
        </pc:spChg>
        <pc:spChg chg="add mod">
          <ac:chgData name="Martin Siemienski Andersen" userId="3e5b9027-db81-4bdb-8ff3-173865797b46" providerId="ADAL" clId="{FE3A2A47-A197-4C06-B447-22E121A0D122}" dt="2023-10-18T09:37:59.217" v="1487" actId="571"/>
          <ac:spMkLst>
            <pc:docMk/>
            <pc:sldMk cId="4134463651" sldId="407"/>
            <ac:spMk id="10" creationId="{D6A79108-37AA-3863-5E31-3D0ACBDE5597}"/>
          </ac:spMkLst>
        </pc:spChg>
        <pc:spChg chg="mod">
          <ac:chgData name="Martin Siemienski Andersen" userId="3e5b9027-db81-4bdb-8ff3-173865797b46" providerId="ADAL" clId="{FE3A2A47-A197-4C06-B447-22E121A0D122}" dt="2023-10-20T08:54:34.279" v="3081" actId="1076"/>
          <ac:spMkLst>
            <pc:docMk/>
            <pc:sldMk cId="4134463651" sldId="407"/>
            <ac:spMk id="15" creationId="{58A448D4-25A5-4A37-8AAF-913D0A8832D0}"/>
          </ac:spMkLst>
        </pc:spChg>
        <pc:picChg chg="add mod">
          <ac:chgData name="Martin Siemienski Andersen" userId="3e5b9027-db81-4bdb-8ff3-173865797b46" providerId="ADAL" clId="{FE3A2A47-A197-4C06-B447-22E121A0D122}" dt="2023-10-18T09:37:59.217" v="1487" actId="571"/>
          <ac:picMkLst>
            <pc:docMk/>
            <pc:sldMk cId="4134463651" sldId="407"/>
            <ac:picMk id="8" creationId="{33349903-3389-D1CF-03BE-D828B890B59F}"/>
          </ac:picMkLst>
        </pc:picChg>
        <pc:picChg chg="add mod">
          <ac:chgData name="Martin Siemienski Andersen" userId="3e5b9027-db81-4bdb-8ff3-173865797b46" providerId="ADAL" clId="{FE3A2A47-A197-4C06-B447-22E121A0D122}" dt="2023-10-18T09:37:59.217" v="1487" actId="571"/>
          <ac:picMkLst>
            <pc:docMk/>
            <pc:sldMk cId="4134463651" sldId="407"/>
            <ac:picMk id="12" creationId="{C0795357-D8C5-25D4-9CE6-C04858E1180C}"/>
          </ac:picMkLst>
        </pc:picChg>
      </pc:sldChg>
      <pc:sldChg chg="mod modShow">
        <pc:chgData name="Martin Siemienski Andersen" userId="3e5b9027-db81-4bdb-8ff3-173865797b46" providerId="ADAL" clId="{FE3A2A47-A197-4C06-B447-22E121A0D122}" dt="2023-10-18T09:06:22.299" v="1385" actId="729"/>
        <pc:sldMkLst>
          <pc:docMk/>
          <pc:sldMk cId="4226058790" sldId="408"/>
        </pc:sldMkLst>
      </pc:sldChg>
      <pc:sldChg chg="mod modShow">
        <pc:chgData name="Martin Siemienski Andersen" userId="3e5b9027-db81-4bdb-8ff3-173865797b46" providerId="ADAL" clId="{FE3A2A47-A197-4C06-B447-22E121A0D122}" dt="2023-10-18T05:43:34.468" v="0" actId="729"/>
        <pc:sldMkLst>
          <pc:docMk/>
          <pc:sldMk cId="4173493022" sldId="409"/>
        </pc:sldMkLst>
      </pc:sldChg>
      <pc:sldChg chg="mod modShow">
        <pc:chgData name="Martin Siemienski Andersen" userId="3e5b9027-db81-4bdb-8ff3-173865797b46" providerId="ADAL" clId="{FE3A2A47-A197-4C06-B447-22E121A0D122}" dt="2023-10-18T05:43:41.393" v="1" actId="729"/>
        <pc:sldMkLst>
          <pc:docMk/>
          <pc:sldMk cId="3752157979" sldId="410"/>
        </pc:sldMkLst>
      </pc:sldChg>
      <pc:sldChg chg="modSp mod">
        <pc:chgData name="Martin Siemienski Andersen" userId="3e5b9027-db81-4bdb-8ff3-173865797b46" providerId="ADAL" clId="{FE3A2A47-A197-4C06-B447-22E121A0D122}" dt="2023-10-18T09:14:02.976" v="1473" actId="20577"/>
        <pc:sldMkLst>
          <pc:docMk/>
          <pc:sldMk cId="3315296373" sldId="411"/>
        </pc:sldMkLst>
        <pc:spChg chg="mod">
          <ac:chgData name="Martin Siemienski Andersen" userId="3e5b9027-db81-4bdb-8ff3-173865797b46" providerId="ADAL" clId="{FE3A2A47-A197-4C06-B447-22E121A0D122}" dt="2023-10-18T09:08:27.023" v="1401" actId="1076"/>
          <ac:spMkLst>
            <pc:docMk/>
            <pc:sldMk cId="3315296373" sldId="411"/>
            <ac:spMk id="2" creationId="{B5F7C145-6906-4260-AA43-B9230B6605DC}"/>
          </ac:spMkLst>
        </pc:spChg>
        <pc:spChg chg="mod">
          <ac:chgData name="Martin Siemienski Andersen" userId="3e5b9027-db81-4bdb-8ff3-173865797b46" providerId="ADAL" clId="{FE3A2A47-A197-4C06-B447-22E121A0D122}" dt="2023-10-18T09:08:27.023" v="1401" actId="1076"/>
          <ac:spMkLst>
            <pc:docMk/>
            <pc:sldMk cId="3315296373" sldId="411"/>
            <ac:spMk id="3" creationId="{90C7FAEA-ADA4-4100-8A3B-D226277A0F8F}"/>
          </ac:spMkLst>
        </pc:spChg>
        <pc:spChg chg="mod">
          <ac:chgData name="Martin Siemienski Andersen" userId="3e5b9027-db81-4bdb-8ff3-173865797b46" providerId="ADAL" clId="{FE3A2A47-A197-4C06-B447-22E121A0D122}" dt="2023-10-18T09:14:02.976" v="1473" actId="20577"/>
          <ac:spMkLst>
            <pc:docMk/>
            <pc:sldMk cId="3315296373" sldId="411"/>
            <ac:spMk id="4" creationId="{33EE9E86-E611-4318-B255-AA4604B2AE5D}"/>
          </ac:spMkLst>
        </pc:spChg>
        <pc:spChg chg="mod">
          <ac:chgData name="Martin Siemienski Andersen" userId="3e5b9027-db81-4bdb-8ff3-173865797b46" providerId="ADAL" clId="{FE3A2A47-A197-4C06-B447-22E121A0D122}" dt="2023-10-18T09:08:27.023" v="1401" actId="1076"/>
          <ac:spMkLst>
            <pc:docMk/>
            <pc:sldMk cId="3315296373" sldId="411"/>
            <ac:spMk id="8" creationId="{115E8BF3-3438-4773-ADF3-F9DD426C367E}"/>
          </ac:spMkLst>
        </pc:spChg>
        <pc:spChg chg="mod">
          <ac:chgData name="Martin Siemienski Andersen" userId="3e5b9027-db81-4bdb-8ff3-173865797b46" providerId="ADAL" clId="{FE3A2A47-A197-4C06-B447-22E121A0D122}" dt="2023-10-18T09:08:27.023" v="1401" actId="1076"/>
          <ac:spMkLst>
            <pc:docMk/>
            <pc:sldMk cId="3315296373" sldId="411"/>
            <ac:spMk id="10" creationId="{ECFB82AC-5019-4319-AB7D-6F98742A65EF}"/>
          </ac:spMkLst>
        </pc:spChg>
        <pc:picChg chg="mod">
          <ac:chgData name="Martin Siemienski Andersen" userId="3e5b9027-db81-4bdb-8ff3-173865797b46" providerId="ADAL" clId="{FE3A2A47-A197-4C06-B447-22E121A0D122}" dt="2023-10-18T09:08:33.911" v="1404" actId="1076"/>
          <ac:picMkLst>
            <pc:docMk/>
            <pc:sldMk cId="3315296373" sldId="411"/>
            <ac:picMk id="6" creationId="{04AF12E8-01CD-447F-8FB2-1262B80934D0}"/>
          </ac:picMkLst>
        </pc:picChg>
      </pc:sldChg>
      <pc:sldChg chg="modSp new mod setBg">
        <pc:chgData name="Martin Siemienski Andersen" userId="3e5b9027-db81-4bdb-8ff3-173865797b46" providerId="ADAL" clId="{FE3A2A47-A197-4C06-B447-22E121A0D122}" dt="2023-10-20T09:26:21.492" v="3620" actId="20577"/>
        <pc:sldMkLst>
          <pc:docMk/>
          <pc:sldMk cId="3053989586" sldId="412"/>
        </pc:sldMkLst>
        <pc:spChg chg="mod">
          <ac:chgData name="Martin Siemienski Andersen" userId="3e5b9027-db81-4bdb-8ff3-173865797b46" providerId="ADAL" clId="{FE3A2A47-A197-4C06-B447-22E121A0D122}" dt="2023-10-18T05:45:43.250" v="13" actId="20577"/>
          <ac:spMkLst>
            <pc:docMk/>
            <pc:sldMk cId="3053989586" sldId="412"/>
            <ac:spMk id="3" creationId="{627731DB-F5DC-F23C-0F97-4E28B45A16F6}"/>
          </ac:spMkLst>
        </pc:spChg>
        <pc:spChg chg="mod">
          <ac:chgData name="Martin Siemienski Andersen" userId="3e5b9027-db81-4bdb-8ff3-173865797b46" providerId="ADAL" clId="{FE3A2A47-A197-4C06-B447-22E121A0D122}" dt="2023-10-20T09:26:21.492" v="3620" actId="20577"/>
          <ac:spMkLst>
            <pc:docMk/>
            <pc:sldMk cId="3053989586" sldId="412"/>
            <ac:spMk id="4" creationId="{335F558F-F9FD-7A07-CD10-7431D1C789B5}"/>
          </ac:spMkLst>
        </pc:spChg>
      </pc:sldChg>
      <pc:sldChg chg="modSp add mod">
        <pc:chgData name="Martin Siemienski Andersen" userId="3e5b9027-db81-4bdb-8ff3-173865797b46" providerId="ADAL" clId="{FE3A2A47-A197-4C06-B447-22E121A0D122}" dt="2023-10-20T11:10:00.867" v="5823" actId="20577"/>
        <pc:sldMkLst>
          <pc:docMk/>
          <pc:sldMk cId="1137263808" sldId="452"/>
        </pc:sldMkLst>
        <pc:spChg chg="mod">
          <ac:chgData name="Martin Siemienski Andersen" userId="3e5b9027-db81-4bdb-8ff3-173865797b46" providerId="ADAL" clId="{FE3A2A47-A197-4C06-B447-22E121A0D122}" dt="2023-10-18T09:12:25.420" v="1462" actId="2711"/>
          <ac:spMkLst>
            <pc:docMk/>
            <pc:sldMk cId="1137263808" sldId="452"/>
            <ac:spMk id="3" creationId="{E9AA1356-3950-921E-2FF9-9EFCA51A5522}"/>
          </ac:spMkLst>
        </pc:spChg>
        <pc:spChg chg="mod">
          <ac:chgData name="Martin Siemienski Andersen" userId="3e5b9027-db81-4bdb-8ff3-173865797b46" providerId="ADAL" clId="{FE3A2A47-A197-4C06-B447-22E121A0D122}" dt="2023-10-18T09:12:25.420" v="1462" actId="2711"/>
          <ac:spMkLst>
            <pc:docMk/>
            <pc:sldMk cId="1137263808" sldId="452"/>
            <ac:spMk id="4" creationId="{59C70F1C-A4DA-997F-51B4-3736B4CD1A39}"/>
          </ac:spMkLst>
        </pc:spChg>
        <pc:spChg chg="mod">
          <ac:chgData name="Martin Siemienski Andersen" userId="3e5b9027-db81-4bdb-8ff3-173865797b46" providerId="ADAL" clId="{FE3A2A47-A197-4C06-B447-22E121A0D122}" dt="2023-10-20T11:10:00.867" v="5823" actId="20577"/>
          <ac:spMkLst>
            <pc:docMk/>
            <pc:sldMk cId="1137263808" sldId="452"/>
            <ac:spMk id="5" creationId="{B735D18A-0288-6507-0214-0F91B518E50A}"/>
          </ac:spMkLst>
        </pc:spChg>
      </pc:sldChg>
      <pc:sldChg chg="modSp add del mod">
        <pc:chgData name="Martin Siemienski Andersen" userId="3e5b9027-db81-4bdb-8ff3-173865797b46" providerId="ADAL" clId="{FE3A2A47-A197-4C06-B447-22E121A0D122}" dt="2023-10-18T09:07:24.249" v="1391" actId="47"/>
        <pc:sldMkLst>
          <pc:docMk/>
          <pc:sldMk cId="1878233050" sldId="453"/>
        </pc:sldMkLst>
        <pc:spChg chg="mod">
          <ac:chgData name="Martin Siemienski Andersen" userId="3e5b9027-db81-4bdb-8ff3-173865797b46" providerId="ADAL" clId="{FE3A2A47-A197-4C06-B447-22E121A0D122}" dt="2023-10-18T06:06:29.824" v="628" actId="113"/>
          <ac:spMkLst>
            <pc:docMk/>
            <pc:sldMk cId="1878233050" sldId="453"/>
            <ac:spMk id="6" creationId="{00000000-0000-0000-0000-000000000000}"/>
          </ac:spMkLst>
        </pc:spChg>
      </pc:sldChg>
      <pc:sldChg chg="addSp modSp add del mod ord">
        <pc:chgData name="Martin Siemienski Andersen" userId="3e5b9027-db81-4bdb-8ff3-173865797b46" providerId="ADAL" clId="{FE3A2A47-A197-4C06-B447-22E121A0D122}" dt="2023-10-18T06:05:42.543" v="622" actId="47"/>
        <pc:sldMkLst>
          <pc:docMk/>
          <pc:sldMk cId="3872927988" sldId="453"/>
        </pc:sldMkLst>
        <pc:spChg chg="add mod">
          <ac:chgData name="Martin Siemienski Andersen" userId="3e5b9027-db81-4bdb-8ff3-173865797b46" providerId="ADAL" clId="{FE3A2A47-A197-4C06-B447-22E121A0D122}" dt="2023-10-18T06:04:21.846" v="576"/>
          <ac:spMkLst>
            <pc:docMk/>
            <pc:sldMk cId="3872927988" sldId="453"/>
            <ac:spMk id="2" creationId="{26801D4A-9701-D3B1-0E8E-DAEE61B866BB}"/>
          </ac:spMkLst>
        </pc:spChg>
        <pc:spChg chg="mod">
          <ac:chgData name="Martin Siemienski Andersen" userId="3e5b9027-db81-4bdb-8ff3-173865797b46" providerId="ADAL" clId="{FE3A2A47-A197-4C06-B447-22E121A0D122}" dt="2023-10-18T06:02:54.294" v="532" actId="14100"/>
          <ac:spMkLst>
            <pc:docMk/>
            <pc:sldMk cId="3872927988" sldId="453"/>
            <ac:spMk id="4" creationId="{59C70F1C-A4DA-997F-51B4-3736B4CD1A39}"/>
          </ac:spMkLst>
        </pc:spChg>
        <pc:spChg chg="mod">
          <ac:chgData name="Martin Siemienski Andersen" userId="3e5b9027-db81-4bdb-8ff3-173865797b46" providerId="ADAL" clId="{FE3A2A47-A197-4C06-B447-22E121A0D122}" dt="2023-10-18T06:04:20.876" v="575" actId="6549"/>
          <ac:spMkLst>
            <pc:docMk/>
            <pc:sldMk cId="3872927988" sldId="453"/>
            <ac:spMk id="5" creationId="{B735D18A-0288-6507-0214-0F91B518E50A}"/>
          </ac:spMkLst>
        </pc:spChg>
      </pc:sldChg>
      <pc:sldChg chg="modSp add del mod">
        <pc:chgData name="Martin Siemienski Andersen" userId="3e5b9027-db81-4bdb-8ff3-173865797b46" providerId="ADAL" clId="{FE3A2A47-A197-4C06-B447-22E121A0D122}" dt="2023-10-18T09:07:31.828" v="1395" actId="47"/>
        <pc:sldMkLst>
          <pc:docMk/>
          <pc:sldMk cId="3144476968" sldId="454"/>
        </pc:sldMkLst>
        <pc:spChg chg="mod">
          <ac:chgData name="Martin Siemienski Andersen" userId="3e5b9027-db81-4bdb-8ff3-173865797b46" providerId="ADAL" clId="{FE3A2A47-A197-4C06-B447-22E121A0D122}" dt="2023-10-18T06:06:25.745" v="627" actId="113"/>
          <ac:spMkLst>
            <pc:docMk/>
            <pc:sldMk cId="3144476968" sldId="454"/>
            <ac:spMk id="6" creationId="{00000000-0000-0000-0000-000000000000}"/>
          </ac:spMkLst>
        </pc:spChg>
      </pc:sldChg>
      <pc:sldChg chg="modSp new del mod setBg">
        <pc:chgData name="Martin Siemienski Andersen" userId="3e5b9027-db81-4bdb-8ff3-173865797b46" providerId="ADAL" clId="{FE3A2A47-A197-4C06-B447-22E121A0D122}" dt="2023-10-18T09:05:32.911" v="1370" actId="47"/>
        <pc:sldMkLst>
          <pc:docMk/>
          <pc:sldMk cId="1554594311" sldId="455"/>
        </pc:sldMkLst>
        <pc:spChg chg="mod">
          <ac:chgData name="Martin Siemienski Andersen" userId="3e5b9027-db81-4bdb-8ff3-173865797b46" providerId="ADAL" clId="{FE3A2A47-A197-4C06-B447-22E121A0D122}" dt="2023-10-18T06:09:12.076" v="651" actId="20577"/>
          <ac:spMkLst>
            <pc:docMk/>
            <pc:sldMk cId="1554594311" sldId="455"/>
            <ac:spMk id="3" creationId="{8628AA0F-3308-1D89-3FEE-62DA194CAB7C}"/>
          </ac:spMkLst>
        </pc:spChg>
        <pc:spChg chg="mod">
          <ac:chgData name="Martin Siemienski Andersen" userId="3e5b9027-db81-4bdb-8ff3-173865797b46" providerId="ADAL" clId="{FE3A2A47-A197-4C06-B447-22E121A0D122}" dt="2023-10-18T09:04:57.883" v="1361" actId="14100"/>
          <ac:spMkLst>
            <pc:docMk/>
            <pc:sldMk cId="1554594311" sldId="455"/>
            <ac:spMk id="4" creationId="{F6729CDB-7796-54AC-C8D2-0200E1B24AEC}"/>
          </ac:spMkLst>
        </pc:spChg>
      </pc:sldChg>
      <pc:sldChg chg="addSp delSp modSp new mod modClrScheme chgLayout">
        <pc:chgData name="Martin Siemienski Andersen" userId="3e5b9027-db81-4bdb-8ff3-173865797b46" providerId="ADAL" clId="{FE3A2A47-A197-4C06-B447-22E121A0D122}" dt="2023-10-20T09:30:13.566" v="3862" actId="20577"/>
        <pc:sldMkLst>
          <pc:docMk/>
          <pc:sldMk cId="2231736065" sldId="456"/>
        </pc:sldMkLst>
        <pc:spChg chg="del">
          <ac:chgData name="Martin Siemienski Andersen" userId="3e5b9027-db81-4bdb-8ff3-173865797b46" providerId="ADAL" clId="{FE3A2A47-A197-4C06-B447-22E121A0D122}" dt="2023-10-18T08:53:22.564" v="908" actId="478"/>
          <ac:spMkLst>
            <pc:docMk/>
            <pc:sldMk cId="2231736065" sldId="456"/>
            <ac:spMk id="2" creationId="{E56F4C91-F10C-DBA4-A08C-E9A9C72F6765}"/>
          </ac:spMkLst>
        </pc:spChg>
        <pc:spChg chg="mod ord">
          <ac:chgData name="Martin Siemienski Andersen" userId="3e5b9027-db81-4bdb-8ff3-173865797b46" providerId="ADAL" clId="{FE3A2A47-A197-4C06-B447-22E121A0D122}" dt="2023-10-18T09:12:18.329" v="1461" actId="2711"/>
          <ac:spMkLst>
            <pc:docMk/>
            <pc:sldMk cId="2231736065" sldId="456"/>
            <ac:spMk id="3" creationId="{C037B091-E0E3-3DB0-8EE5-871025647A02}"/>
          </ac:spMkLst>
        </pc:spChg>
        <pc:spChg chg="mod ord">
          <ac:chgData name="Martin Siemienski Andersen" userId="3e5b9027-db81-4bdb-8ff3-173865797b46" providerId="ADAL" clId="{FE3A2A47-A197-4C06-B447-22E121A0D122}" dt="2023-10-18T09:12:18.329" v="1461" actId="2711"/>
          <ac:spMkLst>
            <pc:docMk/>
            <pc:sldMk cId="2231736065" sldId="456"/>
            <ac:spMk id="4" creationId="{2FE866F4-9F04-86D4-ACC4-57A42C9BBB6A}"/>
          </ac:spMkLst>
        </pc:spChg>
        <pc:spChg chg="del mod ord">
          <ac:chgData name="Martin Siemienski Andersen" userId="3e5b9027-db81-4bdb-8ff3-173865797b46" providerId="ADAL" clId="{FE3A2A47-A197-4C06-B447-22E121A0D122}" dt="2023-10-20T08:41:15.898" v="2860" actId="478"/>
          <ac:spMkLst>
            <pc:docMk/>
            <pc:sldMk cId="2231736065" sldId="456"/>
            <ac:spMk id="5" creationId="{4C63D82D-4C3A-DD69-A64A-41D88D707DEE}"/>
          </ac:spMkLst>
        </pc:spChg>
        <pc:spChg chg="add del mod">
          <ac:chgData name="Martin Siemienski Andersen" userId="3e5b9027-db81-4bdb-8ff3-173865797b46" providerId="ADAL" clId="{FE3A2A47-A197-4C06-B447-22E121A0D122}" dt="2023-10-20T08:41:18.490" v="2861" actId="478"/>
          <ac:spMkLst>
            <pc:docMk/>
            <pc:sldMk cId="2231736065" sldId="456"/>
            <ac:spMk id="6" creationId="{11B31CD0-6CB2-74E9-0F6C-2FD382CE686E}"/>
          </ac:spMkLst>
        </pc:spChg>
        <pc:spChg chg="add del">
          <ac:chgData name="Martin Siemienski Andersen" userId="3e5b9027-db81-4bdb-8ff3-173865797b46" providerId="ADAL" clId="{FE3A2A47-A197-4C06-B447-22E121A0D122}" dt="2023-10-18T08:53:24.143" v="910" actId="22"/>
          <ac:spMkLst>
            <pc:docMk/>
            <pc:sldMk cId="2231736065" sldId="456"/>
            <ac:spMk id="7" creationId="{B891E216-4A25-96E0-6C23-4AAD077A8480}"/>
          </ac:spMkLst>
        </pc:spChg>
        <pc:spChg chg="add mod ord">
          <ac:chgData name="Martin Siemienski Andersen" userId="3e5b9027-db81-4bdb-8ff3-173865797b46" providerId="ADAL" clId="{FE3A2A47-A197-4C06-B447-22E121A0D122}" dt="2023-10-18T09:12:18.329" v="1461" actId="2711"/>
          <ac:spMkLst>
            <pc:docMk/>
            <pc:sldMk cId="2231736065" sldId="456"/>
            <ac:spMk id="8" creationId="{555F6ED6-6E7D-8602-6165-C6221E5A7C2C}"/>
          </ac:spMkLst>
        </pc:spChg>
        <pc:spChg chg="add mod">
          <ac:chgData name="Martin Siemienski Andersen" userId="3e5b9027-db81-4bdb-8ff3-173865797b46" providerId="ADAL" clId="{FE3A2A47-A197-4C06-B447-22E121A0D122}" dt="2023-10-20T09:30:13.566" v="3862" actId="20577"/>
          <ac:spMkLst>
            <pc:docMk/>
            <pc:sldMk cId="2231736065" sldId="456"/>
            <ac:spMk id="9" creationId="{D7F66A11-4D30-E5D5-A367-354FE2160F95}"/>
          </ac:spMkLst>
        </pc:spChg>
      </pc:sldChg>
      <pc:sldChg chg="addSp delSp modSp add mod modClrScheme chgLayout">
        <pc:chgData name="Martin Siemienski Andersen" userId="3e5b9027-db81-4bdb-8ff3-173865797b46" providerId="ADAL" clId="{FE3A2A47-A197-4C06-B447-22E121A0D122}" dt="2023-10-20T11:37:23.933" v="6122" actId="20577"/>
        <pc:sldMkLst>
          <pc:docMk/>
          <pc:sldMk cId="175802587" sldId="457"/>
        </pc:sldMkLst>
        <pc:spChg chg="add del mod ord">
          <ac:chgData name="Martin Siemienski Andersen" userId="3e5b9027-db81-4bdb-8ff3-173865797b46" providerId="ADAL" clId="{FE3A2A47-A197-4C06-B447-22E121A0D122}" dt="2023-10-18T08:51:15.978" v="749" actId="700"/>
          <ac:spMkLst>
            <pc:docMk/>
            <pc:sldMk cId="175802587" sldId="457"/>
            <ac:spMk id="2" creationId="{E56F4C91-F10C-DBA4-A08C-E9A9C72F6765}"/>
          </ac:spMkLst>
        </pc:spChg>
        <pc:spChg chg="mod ord">
          <ac:chgData name="Martin Siemienski Andersen" userId="3e5b9027-db81-4bdb-8ff3-173865797b46" providerId="ADAL" clId="{FE3A2A47-A197-4C06-B447-22E121A0D122}" dt="2023-10-18T09:12:00.945" v="1458" actId="2711"/>
          <ac:spMkLst>
            <pc:docMk/>
            <pc:sldMk cId="175802587" sldId="457"/>
            <ac:spMk id="3" creationId="{C037B091-E0E3-3DB0-8EE5-871025647A02}"/>
          </ac:spMkLst>
        </pc:spChg>
        <pc:spChg chg="mod ord">
          <ac:chgData name="Martin Siemienski Andersen" userId="3e5b9027-db81-4bdb-8ff3-173865797b46" providerId="ADAL" clId="{FE3A2A47-A197-4C06-B447-22E121A0D122}" dt="2023-10-18T09:12:00.945" v="1458" actId="2711"/>
          <ac:spMkLst>
            <pc:docMk/>
            <pc:sldMk cId="175802587" sldId="457"/>
            <ac:spMk id="4" creationId="{2FE866F4-9F04-86D4-ACC4-57A42C9BBB6A}"/>
          </ac:spMkLst>
        </pc:spChg>
        <pc:spChg chg="del mod ord">
          <ac:chgData name="Martin Siemienski Andersen" userId="3e5b9027-db81-4bdb-8ff3-173865797b46" providerId="ADAL" clId="{FE3A2A47-A197-4C06-B447-22E121A0D122}" dt="2023-10-20T08:44:43.467" v="2871" actId="478"/>
          <ac:spMkLst>
            <pc:docMk/>
            <pc:sldMk cId="175802587" sldId="457"/>
            <ac:spMk id="5" creationId="{4C63D82D-4C3A-DD69-A64A-41D88D707DEE}"/>
          </ac:spMkLst>
        </pc:spChg>
        <pc:spChg chg="add del mod ord">
          <ac:chgData name="Martin Siemienski Andersen" userId="3e5b9027-db81-4bdb-8ff3-173865797b46" providerId="ADAL" clId="{FE3A2A47-A197-4C06-B447-22E121A0D122}" dt="2023-10-18T08:52:06.915" v="788" actId="478"/>
          <ac:spMkLst>
            <pc:docMk/>
            <pc:sldMk cId="175802587" sldId="457"/>
            <ac:spMk id="6" creationId="{4A7D2DD6-D5B5-A590-96C6-C2FC3A9D6740}"/>
          </ac:spMkLst>
        </pc:spChg>
        <pc:spChg chg="add del mod">
          <ac:chgData name="Martin Siemienski Andersen" userId="3e5b9027-db81-4bdb-8ff3-173865797b46" providerId="ADAL" clId="{FE3A2A47-A197-4C06-B447-22E121A0D122}" dt="2023-10-20T08:44:44.719" v="2872" actId="478"/>
          <ac:spMkLst>
            <pc:docMk/>
            <pc:sldMk cId="175802587" sldId="457"/>
            <ac:spMk id="6" creationId="{70FA3A12-77BF-0101-E46F-CAC1D13955A7}"/>
          </ac:spMkLst>
        </pc:spChg>
        <pc:spChg chg="add mod">
          <ac:chgData name="Martin Siemienski Andersen" userId="3e5b9027-db81-4bdb-8ff3-173865797b46" providerId="ADAL" clId="{FE3A2A47-A197-4C06-B447-22E121A0D122}" dt="2023-10-18T09:12:00.945" v="1458" actId="2711"/>
          <ac:spMkLst>
            <pc:docMk/>
            <pc:sldMk cId="175802587" sldId="457"/>
            <ac:spMk id="8" creationId="{AAE25E78-8A9F-DCA9-6F02-EFF00876D255}"/>
          </ac:spMkLst>
        </pc:spChg>
        <pc:spChg chg="add del">
          <ac:chgData name="Martin Siemienski Andersen" userId="3e5b9027-db81-4bdb-8ff3-173865797b46" providerId="ADAL" clId="{FE3A2A47-A197-4C06-B447-22E121A0D122}" dt="2023-10-20T08:44:46.849" v="2874" actId="22"/>
          <ac:spMkLst>
            <pc:docMk/>
            <pc:sldMk cId="175802587" sldId="457"/>
            <ac:spMk id="9" creationId="{FC4516C2-ECA1-355C-3DBB-5325C3427309}"/>
          </ac:spMkLst>
        </pc:spChg>
        <pc:spChg chg="add mod">
          <ac:chgData name="Martin Siemienski Andersen" userId="3e5b9027-db81-4bdb-8ff3-173865797b46" providerId="ADAL" clId="{FE3A2A47-A197-4C06-B447-22E121A0D122}" dt="2023-10-20T11:37:23.933" v="6122" actId="20577"/>
          <ac:spMkLst>
            <pc:docMk/>
            <pc:sldMk cId="175802587" sldId="457"/>
            <ac:spMk id="11" creationId="{8E56993B-0D3E-8AA4-439E-50D03F187457}"/>
          </ac:spMkLst>
        </pc:spChg>
      </pc:sldChg>
      <pc:sldChg chg="addSp modSp add del mod setBg">
        <pc:chgData name="Martin Siemienski Andersen" userId="3e5b9027-db81-4bdb-8ff3-173865797b46" providerId="ADAL" clId="{FE3A2A47-A197-4C06-B447-22E121A0D122}" dt="2023-10-20T08:47:32.951" v="2910" actId="47"/>
        <pc:sldMkLst>
          <pc:docMk/>
          <pc:sldMk cId="26649453" sldId="458"/>
        </pc:sldMkLst>
        <pc:spChg chg="mod">
          <ac:chgData name="Martin Siemienski Andersen" userId="3e5b9027-db81-4bdb-8ff3-173865797b46" providerId="ADAL" clId="{FE3A2A47-A197-4C06-B447-22E121A0D122}" dt="2023-10-18T09:56:45.897" v="1532" actId="2711"/>
          <ac:spMkLst>
            <pc:docMk/>
            <pc:sldMk cId="26649453" sldId="458"/>
            <ac:spMk id="2" creationId="{B60EF036-ECA7-6FDA-576B-FB10ADA9BE69}"/>
          </ac:spMkLst>
        </pc:spChg>
        <pc:spChg chg="mod">
          <ac:chgData name="Martin Siemienski Andersen" userId="3e5b9027-db81-4bdb-8ff3-173865797b46" providerId="ADAL" clId="{FE3A2A47-A197-4C06-B447-22E121A0D122}" dt="2023-10-18T09:56:45.897" v="1532" actId="2711"/>
          <ac:spMkLst>
            <pc:docMk/>
            <pc:sldMk cId="26649453" sldId="458"/>
            <ac:spMk id="3" creationId="{8628AA0F-3308-1D89-3FEE-62DA194CAB7C}"/>
          </ac:spMkLst>
        </pc:spChg>
        <pc:spChg chg="mod">
          <ac:chgData name="Martin Siemienski Andersen" userId="3e5b9027-db81-4bdb-8ff3-173865797b46" providerId="ADAL" clId="{FE3A2A47-A197-4C06-B447-22E121A0D122}" dt="2023-10-18T10:01:52.407" v="1629" actId="20577"/>
          <ac:spMkLst>
            <pc:docMk/>
            <pc:sldMk cId="26649453" sldId="458"/>
            <ac:spMk id="4" creationId="{F6729CDB-7796-54AC-C8D2-0200E1B24AEC}"/>
          </ac:spMkLst>
        </pc:spChg>
        <pc:spChg chg="add mod">
          <ac:chgData name="Martin Siemienski Andersen" userId="3e5b9027-db81-4bdb-8ff3-173865797b46" providerId="ADAL" clId="{FE3A2A47-A197-4C06-B447-22E121A0D122}" dt="2023-10-18T10:10:20.021" v="1649" actId="1076"/>
          <ac:spMkLst>
            <pc:docMk/>
            <pc:sldMk cId="26649453" sldId="458"/>
            <ac:spMk id="6" creationId="{B3AAF1DE-4B91-4177-6E15-14D5021FFC3C}"/>
          </ac:spMkLst>
        </pc:spChg>
      </pc:sldChg>
      <pc:sldChg chg="addSp delSp modSp add del mod modClrScheme chgLayout">
        <pc:chgData name="Martin Siemienski Andersen" userId="3e5b9027-db81-4bdb-8ff3-173865797b46" providerId="ADAL" clId="{FE3A2A47-A197-4C06-B447-22E121A0D122}" dt="2023-10-18T09:11:37.940" v="1452" actId="47"/>
        <pc:sldMkLst>
          <pc:docMk/>
          <pc:sldMk cId="3424282145" sldId="459"/>
        </pc:sldMkLst>
        <pc:spChg chg="mod ord">
          <ac:chgData name="Martin Siemienski Andersen" userId="3e5b9027-db81-4bdb-8ff3-173865797b46" providerId="ADAL" clId="{FE3A2A47-A197-4C06-B447-22E121A0D122}" dt="2023-10-18T09:05:11.959" v="1364" actId="700"/>
          <ac:spMkLst>
            <pc:docMk/>
            <pc:sldMk cId="3424282145" sldId="459"/>
            <ac:spMk id="2" creationId="{B60EF036-ECA7-6FDA-576B-FB10ADA9BE69}"/>
          </ac:spMkLst>
        </pc:spChg>
        <pc:spChg chg="mod ord">
          <ac:chgData name="Martin Siemienski Andersen" userId="3e5b9027-db81-4bdb-8ff3-173865797b46" providerId="ADAL" clId="{FE3A2A47-A197-4C06-B447-22E121A0D122}" dt="2023-10-18T09:06:07.825" v="1383" actId="14100"/>
          <ac:spMkLst>
            <pc:docMk/>
            <pc:sldMk cId="3424282145" sldId="459"/>
            <ac:spMk id="3" creationId="{8628AA0F-3308-1D89-3FEE-62DA194CAB7C}"/>
          </ac:spMkLst>
        </pc:spChg>
        <pc:spChg chg="del mod">
          <ac:chgData name="Martin Siemienski Andersen" userId="3e5b9027-db81-4bdb-8ff3-173865797b46" providerId="ADAL" clId="{FE3A2A47-A197-4C06-B447-22E121A0D122}" dt="2023-10-18T09:05:02.902" v="1362" actId="478"/>
          <ac:spMkLst>
            <pc:docMk/>
            <pc:sldMk cId="3424282145" sldId="459"/>
            <ac:spMk id="4" creationId="{F6729CDB-7796-54AC-C8D2-0200E1B24AEC}"/>
          </ac:spMkLst>
        </pc:spChg>
        <pc:spChg chg="add del mod ord">
          <ac:chgData name="Martin Siemienski Andersen" userId="3e5b9027-db81-4bdb-8ff3-173865797b46" providerId="ADAL" clId="{FE3A2A47-A197-4C06-B447-22E121A0D122}" dt="2023-10-18T09:05:11.959" v="1364" actId="700"/>
          <ac:spMkLst>
            <pc:docMk/>
            <pc:sldMk cId="3424282145" sldId="459"/>
            <ac:spMk id="6" creationId="{CFA14B87-CC8B-B644-1969-3932BC921A85}"/>
          </ac:spMkLst>
        </pc:spChg>
        <pc:spChg chg="add del mod">
          <ac:chgData name="Martin Siemienski Andersen" userId="3e5b9027-db81-4bdb-8ff3-173865797b46" providerId="ADAL" clId="{FE3A2A47-A197-4C06-B447-22E121A0D122}" dt="2023-10-18T09:05:17.081" v="1366" actId="478"/>
          <ac:spMkLst>
            <pc:docMk/>
            <pc:sldMk cId="3424282145" sldId="459"/>
            <ac:spMk id="7" creationId="{13E4F195-FF82-364C-44BC-15AE040C7FC5}"/>
          </ac:spMkLst>
        </pc:spChg>
        <pc:spChg chg="add mod ord">
          <ac:chgData name="Martin Siemienski Andersen" userId="3e5b9027-db81-4bdb-8ff3-173865797b46" providerId="ADAL" clId="{FE3A2A47-A197-4C06-B447-22E121A0D122}" dt="2023-10-18T09:05:59.299" v="1381" actId="2711"/>
          <ac:spMkLst>
            <pc:docMk/>
            <pc:sldMk cId="3424282145" sldId="459"/>
            <ac:spMk id="8" creationId="{F05BECA7-DD4C-50A8-B1CC-1EBEFD1C0219}"/>
          </ac:spMkLst>
        </pc:spChg>
        <pc:spChg chg="add mod ord">
          <ac:chgData name="Martin Siemienski Andersen" userId="3e5b9027-db81-4bdb-8ff3-173865797b46" providerId="ADAL" clId="{FE3A2A47-A197-4C06-B447-22E121A0D122}" dt="2023-10-18T09:11:16.525" v="1450" actId="15"/>
          <ac:spMkLst>
            <pc:docMk/>
            <pc:sldMk cId="3424282145" sldId="459"/>
            <ac:spMk id="9" creationId="{3298C17B-8D22-8B57-F01E-2E91C10FDCF4}"/>
          </ac:spMkLst>
        </pc:spChg>
      </pc:sldChg>
      <pc:sldChg chg="modSp add del mod setBg">
        <pc:chgData name="Martin Siemienski Andersen" userId="3e5b9027-db81-4bdb-8ff3-173865797b46" providerId="ADAL" clId="{FE3A2A47-A197-4C06-B447-22E121A0D122}" dt="2023-10-18T09:12:44.039" v="1464" actId="47"/>
        <pc:sldMkLst>
          <pc:docMk/>
          <pc:sldMk cId="1271143926" sldId="460"/>
        </pc:sldMkLst>
        <pc:spChg chg="mod">
          <ac:chgData name="Martin Siemienski Andersen" userId="3e5b9027-db81-4bdb-8ff3-173865797b46" providerId="ADAL" clId="{FE3A2A47-A197-4C06-B447-22E121A0D122}" dt="2023-10-18T09:11:49.127" v="1456" actId="2711"/>
          <ac:spMkLst>
            <pc:docMk/>
            <pc:sldMk cId="1271143926" sldId="460"/>
            <ac:spMk id="2" creationId="{B60EF036-ECA7-6FDA-576B-FB10ADA9BE69}"/>
          </ac:spMkLst>
        </pc:spChg>
        <pc:spChg chg="mod">
          <ac:chgData name="Martin Siemienski Andersen" userId="3e5b9027-db81-4bdb-8ff3-173865797b46" providerId="ADAL" clId="{FE3A2A47-A197-4C06-B447-22E121A0D122}" dt="2023-10-18T09:11:49.127" v="1456" actId="2711"/>
          <ac:spMkLst>
            <pc:docMk/>
            <pc:sldMk cId="1271143926" sldId="460"/>
            <ac:spMk id="3" creationId="{8628AA0F-3308-1D89-3FEE-62DA194CAB7C}"/>
          </ac:spMkLst>
        </pc:spChg>
        <pc:spChg chg="mod">
          <ac:chgData name="Martin Siemienski Andersen" userId="3e5b9027-db81-4bdb-8ff3-173865797b46" providerId="ADAL" clId="{FE3A2A47-A197-4C06-B447-22E121A0D122}" dt="2023-10-18T09:11:49.127" v="1456" actId="2711"/>
          <ac:spMkLst>
            <pc:docMk/>
            <pc:sldMk cId="1271143926" sldId="460"/>
            <ac:spMk id="8" creationId="{F05BECA7-DD4C-50A8-B1CC-1EBEFD1C0219}"/>
          </ac:spMkLst>
        </pc:spChg>
        <pc:spChg chg="mod">
          <ac:chgData name="Martin Siemienski Andersen" userId="3e5b9027-db81-4bdb-8ff3-173865797b46" providerId="ADAL" clId="{FE3A2A47-A197-4C06-B447-22E121A0D122}" dt="2023-10-18T09:11:49.127" v="1456" actId="2711"/>
          <ac:spMkLst>
            <pc:docMk/>
            <pc:sldMk cId="1271143926" sldId="460"/>
            <ac:spMk id="9" creationId="{3298C17B-8D22-8B57-F01E-2E91C10FDCF4}"/>
          </ac:spMkLst>
        </pc:spChg>
      </pc:sldChg>
      <pc:sldChg chg="modSp add mod">
        <pc:chgData name="Martin Siemienski Andersen" userId="3e5b9027-db81-4bdb-8ff3-173865797b46" providerId="ADAL" clId="{FE3A2A47-A197-4C06-B447-22E121A0D122}" dt="2023-10-18T09:08:55.672" v="1408" actId="2711"/>
        <pc:sldMkLst>
          <pc:docMk/>
          <pc:sldMk cId="1078547717" sldId="461"/>
        </pc:sldMkLst>
        <pc:spChg chg="mod">
          <ac:chgData name="Martin Siemienski Andersen" userId="3e5b9027-db81-4bdb-8ff3-173865797b46" providerId="ADAL" clId="{FE3A2A47-A197-4C06-B447-22E121A0D122}" dt="2023-10-18T09:08:55.672" v="1408" actId="2711"/>
          <ac:spMkLst>
            <pc:docMk/>
            <pc:sldMk cId="1078547717" sldId="461"/>
            <ac:spMk id="5" creationId="{7AD71319-BCAD-4F3E-9CAE-C992134EC6FD}"/>
          </ac:spMkLst>
        </pc:spChg>
        <pc:spChg chg="mod">
          <ac:chgData name="Martin Siemienski Andersen" userId="3e5b9027-db81-4bdb-8ff3-173865797b46" providerId="ADAL" clId="{FE3A2A47-A197-4C06-B447-22E121A0D122}" dt="2023-10-18T09:08:55.672" v="1408" actId="2711"/>
          <ac:spMkLst>
            <pc:docMk/>
            <pc:sldMk cId="1078547717" sldId="461"/>
            <ac:spMk id="6" creationId="{00000000-0000-0000-0000-000000000000}"/>
          </ac:spMkLst>
        </pc:spChg>
        <pc:spChg chg="mod">
          <ac:chgData name="Martin Siemienski Andersen" userId="3e5b9027-db81-4bdb-8ff3-173865797b46" providerId="ADAL" clId="{FE3A2A47-A197-4C06-B447-22E121A0D122}" dt="2023-10-18T09:08:55.672" v="1408" actId="2711"/>
          <ac:spMkLst>
            <pc:docMk/>
            <pc:sldMk cId="1078547717" sldId="461"/>
            <ac:spMk id="8" creationId="{64DCD6DB-2FB4-4736-9BB6-D9C9FA5E6642}"/>
          </ac:spMkLst>
        </pc:spChg>
        <pc:spChg chg="mod">
          <ac:chgData name="Martin Siemienski Andersen" userId="3e5b9027-db81-4bdb-8ff3-173865797b46" providerId="ADAL" clId="{FE3A2A47-A197-4C06-B447-22E121A0D122}" dt="2023-10-18T09:08:55.672" v="1408" actId="2711"/>
          <ac:spMkLst>
            <pc:docMk/>
            <pc:sldMk cId="1078547717" sldId="461"/>
            <ac:spMk id="10" creationId="{D05F08F9-F800-CD19-BAE4-658DC9C51330}"/>
          </ac:spMkLst>
        </pc:spChg>
        <pc:graphicFrameChg chg="mod">
          <ac:chgData name="Martin Siemienski Andersen" userId="3e5b9027-db81-4bdb-8ff3-173865797b46" providerId="ADAL" clId="{FE3A2A47-A197-4C06-B447-22E121A0D122}" dt="2023-10-18T09:08:55.672" v="1408" actId="2711"/>
          <ac:graphicFrameMkLst>
            <pc:docMk/>
            <pc:sldMk cId="1078547717" sldId="461"/>
            <ac:graphicFrameMk id="2" creationId="{B4E44DBE-DC0C-4A10-A54B-52F81366C5F7}"/>
          </ac:graphicFrameMkLst>
        </pc:graphicFrameChg>
      </pc:sldChg>
      <pc:sldChg chg="modSp add mod">
        <pc:chgData name="Martin Siemienski Andersen" userId="3e5b9027-db81-4bdb-8ff3-173865797b46" providerId="ADAL" clId="{FE3A2A47-A197-4C06-B447-22E121A0D122}" dt="2023-10-18T11:56:53.508" v="2186" actId="20577"/>
        <pc:sldMkLst>
          <pc:docMk/>
          <pc:sldMk cId="390407312" sldId="462"/>
        </pc:sldMkLst>
        <pc:spChg chg="mod">
          <ac:chgData name="Martin Siemienski Andersen" userId="3e5b9027-db81-4bdb-8ff3-173865797b46" providerId="ADAL" clId="{FE3A2A47-A197-4C06-B447-22E121A0D122}" dt="2023-10-18T11:56:53.508" v="2186" actId="20577"/>
          <ac:spMkLst>
            <pc:docMk/>
            <pc:sldMk cId="390407312" sldId="462"/>
            <ac:spMk id="6" creationId="{00000000-0000-0000-0000-000000000000}"/>
          </ac:spMkLst>
        </pc:spChg>
      </pc:sldChg>
      <pc:sldChg chg="modSp add mod setBg">
        <pc:chgData name="Martin Siemienski Andersen" userId="3e5b9027-db81-4bdb-8ff3-173865797b46" providerId="ADAL" clId="{FE3A2A47-A197-4C06-B447-22E121A0D122}" dt="2023-10-20T09:36:22.871" v="3913" actId="20577"/>
        <pc:sldMkLst>
          <pc:docMk/>
          <pc:sldMk cId="1783744845" sldId="463"/>
        </pc:sldMkLst>
        <pc:spChg chg="mod">
          <ac:chgData name="Martin Siemienski Andersen" userId="3e5b9027-db81-4bdb-8ff3-173865797b46" providerId="ADAL" clId="{FE3A2A47-A197-4C06-B447-22E121A0D122}" dt="2023-10-18T09:11:53.828" v="1457" actId="2711"/>
          <ac:spMkLst>
            <pc:docMk/>
            <pc:sldMk cId="1783744845" sldId="463"/>
            <ac:spMk id="2" creationId="{B60EF036-ECA7-6FDA-576B-FB10ADA9BE69}"/>
          </ac:spMkLst>
        </pc:spChg>
        <pc:spChg chg="mod">
          <ac:chgData name="Martin Siemienski Andersen" userId="3e5b9027-db81-4bdb-8ff3-173865797b46" providerId="ADAL" clId="{FE3A2A47-A197-4C06-B447-22E121A0D122}" dt="2023-10-20T09:36:22.871" v="3913" actId="20577"/>
          <ac:spMkLst>
            <pc:docMk/>
            <pc:sldMk cId="1783744845" sldId="463"/>
            <ac:spMk id="3" creationId="{8628AA0F-3308-1D89-3FEE-62DA194CAB7C}"/>
          </ac:spMkLst>
        </pc:spChg>
        <pc:spChg chg="mod">
          <ac:chgData name="Martin Siemienski Andersen" userId="3e5b9027-db81-4bdb-8ff3-173865797b46" providerId="ADAL" clId="{FE3A2A47-A197-4C06-B447-22E121A0D122}" dt="2023-10-20T09:35:44.199" v="3905" actId="27636"/>
          <ac:spMkLst>
            <pc:docMk/>
            <pc:sldMk cId="1783744845" sldId="463"/>
            <ac:spMk id="4" creationId="{F6729CDB-7796-54AC-C8D2-0200E1B24AEC}"/>
          </ac:spMkLst>
        </pc:spChg>
      </pc:sldChg>
      <pc:sldChg chg="modSp new mod setBg">
        <pc:chgData name="Martin Siemienski Andersen" userId="3e5b9027-db81-4bdb-8ff3-173865797b46" providerId="ADAL" clId="{FE3A2A47-A197-4C06-B447-22E121A0D122}" dt="2023-10-20T12:05:29.584" v="6502" actId="20577"/>
        <pc:sldMkLst>
          <pc:docMk/>
          <pc:sldMk cId="2973186146" sldId="464"/>
        </pc:sldMkLst>
        <pc:spChg chg="mod">
          <ac:chgData name="Martin Siemienski Andersen" userId="3e5b9027-db81-4bdb-8ff3-173865797b46" providerId="ADAL" clId="{FE3A2A47-A197-4C06-B447-22E121A0D122}" dt="2023-10-18T12:17:01.454" v="2713" actId="2711"/>
          <ac:spMkLst>
            <pc:docMk/>
            <pc:sldMk cId="2973186146" sldId="464"/>
            <ac:spMk id="2" creationId="{2334FF3D-334B-5412-E313-81A4F9A41B6B}"/>
          </ac:spMkLst>
        </pc:spChg>
        <pc:spChg chg="mod">
          <ac:chgData name="Martin Siemienski Andersen" userId="3e5b9027-db81-4bdb-8ff3-173865797b46" providerId="ADAL" clId="{FE3A2A47-A197-4C06-B447-22E121A0D122}" dt="2023-10-18T12:17:01.454" v="2713" actId="2711"/>
          <ac:spMkLst>
            <pc:docMk/>
            <pc:sldMk cId="2973186146" sldId="464"/>
            <ac:spMk id="3" creationId="{20700119-3047-E5CD-11C0-3952BC8F1731}"/>
          </ac:spMkLst>
        </pc:spChg>
        <pc:spChg chg="mod">
          <ac:chgData name="Martin Siemienski Andersen" userId="3e5b9027-db81-4bdb-8ff3-173865797b46" providerId="ADAL" clId="{FE3A2A47-A197-4C06-B447-22E121A0D122}" dt="2023-10-20T12:05:29.584" v="6502" actId="20577"/>
          <ac:spMkLst>
            <pc:docMk/>
            <pc:sldMk cId="2973186146" sldId="464"/>
            <ac:spMk id="4" creationId="{16C40AC8-92BC-EADB-4D9F-F3D0E46DC0D4}"/>
          </ac:spMkLst>
        </pc:spChg>
      </pc:sldChg>
      <pc:sldChg chg="modSp add mod modAnim">
        <pc:chgData name="Martin Siemienski Andersen" userId="3e5b9027-db81-4bdb-8ff3-173865797b46" providerId="ADAL" clId="{FE3A2A47-A197-4C06-B447-22E121A0D122}" dt="2023-10-18T10:14:20.439" v="1886" actId="20577"/>
        <pc:sldMkLst>
          <pc:docMk/>
          <pc:sldMk cId="4110528896" sldId="465"/>
        </pc:sldMkLst>
        <pc:spChg chg="mod">
          <ac:chgData name="Martin Siemienski Andersen" userId="3e5b9027-db81-4bdb-8ff3-173865797b46" providerId="ADAL" clId="{FE3A2A47-A197-4C06-B447-22E121A0D122}" dt="2023-10-18T10:14:00.726" v="1861" actId="20577"/>
          <ac:spMkLst>
            <pc:docMk/>
            <pc:sldMk cId="4110528896" sldId="465"/>
            <ac:spMk id="3" creationId="{8628AA0F-3308-1D89-3FEE-62DA194CAB7C}"/>
          </ac:spMkLst>
        </pc:spChg>
        <pc:spChg chg="mod">
          <ac:chgData name="Martin Siemienski Andersen" userId="3e5b9027-db81-4bdb-8ff3-173865797b46" providerId="ADAL" clId="{FE3A2A47-A197-4C06-B447-22E121A0D122}" dt="2023-10-18T10:14:20.439" v="1886" actId="20577"/>
          <ac:spMkLst>
            <pc:docMk/>
            <pc:sldMk cId="4110528896" sldId="465"/>
            <ac:spMk id="4" creationId="{F6729CDB-7796-54AC-C8D2-0200E1B24AEC}"/>
          </ac:spMkLst>
        </pc:spChg>
      </pc:sldChg>
      <pc:sldChg chg="addSp delSp modSp add mod setBg">
        <pc:chgData name="Martin Siemienski Andersen" userId="3e5b9027-db81-4bdb-8ff3-173865797b46" providerId="ADAL" clId="{FE3A2A47-A197-4C06-B447-22E121A0D122}" dt="2023-10-23T04:05:36.429" v="6506" actId="20577"/>
        <pc:sldMkLst>
          <pc:docMk/>
          <pc:sldMk cId="3662016152" sldId="466"/>
        </pc:sldMkLst>
        <pc:spChg chg="mod">
          <ac:chgData name="Martin Siemienski Andersen" userId="3e5b9027-db81-4bdb-8ff3-173865797b46" providerId="ADAL" clId="{FE3A2A47-A197-4C06-B447-22E121A0D122}" dt="2023-10-23T04:05:36.429" v="6506" actId="20577"/>
          <ac:spMkLst>
            <pc:docMk/>
            <pc:sldMk cId="3662016152" sldId="466"/>
            <ac:spMk id="3" creationId="{5057D9DE-C38B-4D18-815C-6F652D17D41C}"/>
          </ac:spMkLst>
        </pc:spChg>
        <pc:spChg chg="add del">
          <ac:chgData name="Martin Siemienski Andersen" userId="3e5b9027-db81-4bdb-8ff3-173865797b46" providerId="ADAL" clId="{FE3A2A47-A197-4C06-B447-22E121A0D122}" dt="2023-10-20T11:12:53.644" v="5827"/>
          <ac:spMkLst>
            <pc:docMk/>
            <pc:sldMk cId="3662016152" sldId="466"/>
            <ac:spMk id="4" creationId="{8499B2A5-1B21-3FB2-D162-29668ECF02D8}"/>
          </ac:spMkLst>
        </pc:spChg>
        <pc:spChg chg="mod">
          <ac:chgData name="Martin Siemienski Andersen" userId="3e5b9027-db81-4bdb-8ff3-173865797b46" providerId="ADAL" clId="{FE3A2A47-A197-4C06-B447-22E121A0D122}" dt="2023-10-20T11:18:41.204" v="5884"/>
          <ac:spMkLst>
            <pc:docMk/>
            <pc:sldMk cId="3662016152" sldId="466"/>
            <ac:spMk id="5" creationId="{8298025D-B850-4D0E-9A64-A0C16F9B265B}"/>
          </ac:spMkLst>
        </pc:spChg>
        <pc:spChg chg="add mod">
          <ac:chgData name="Martin Siemienski Andersen" userId="3e5b9027-db81-4bdb-8ff3-173865797b46" providerId="ADAL" clId="{FE3A2A47-A197-4C06-B447-22E121A0D122}" dt="2023-10-20T11:31:14.112" v="6041"/>
          <ac:spMkLst>
            <pc:docMk/>
            <pc:sldMk cId="3662016152" sldId="466"/>
            <ac:spMk id="7" creationId="{EA7736F3-D9B1-BF34-DA05-DE35943E21E5}"/>
          </ac:spMkLst>
        </pc:spChg>
        <pc:spChg chg="add mod">
          <ac:chgData name="Martin Siemienski Andersen" userId="3e5b9027-db81-4bdb-8ff3-173865797b46" providerId="ADAL" clId="{FE3A2A47-A197-4C06-B447-22E121A0D122}" dt="2023-10-20T11:31:12.011" v="6037" actId="1076"/>
          <ac:spMkLst>
            <pc:docMk/>
            <pc:sldMk cId="3662016152" sldId="466"/>
            <ac:spMk id="9" creationId="{44CE6555-3D2F-0F12-A18F-6D1CFA0AABB2}"/>
          </ac:spMkLst>
        </pc:spChg>
        <pc:spChg chg="add del">
          <ac:chgData name="Martin Siemienski Andersen" userId="3e5b9027-db81-4bdb-8ff3-173865797b46" providerId="ADAL" clId="{FE3A2A47-A197-4C06-B447-22E121A0D122}" dt="2023-10-20T11:28:15.835" v="6031"/>
          <ac:spMkLst>
            <pc:docMk/>
            <pc:sldMk cId="3662016152" sldId="466"/>
            <ac:spMk id="10" creationId="{6B83DB26-353A-62FC-3AC7-9936A7B1F6AE}"/>
          </ac:spMkLst>
        </pc:spChg>
      </pc:sldChg>
      <pc:sldChg chg="addSp modSp add mod setBg">
        <pc:chgData name="Martin Siemienski Andersen" userId="3e5b9027-db81-4bdb-8ff3-173865797b46" providerId="ADAL" clId="{FE3A2A47-A197-4C06-B447-22E121A0D122}" dt="2023-10-20T08:58:47.315" v="3151" actId="27636"/>
        <pc:sldMkLst>
          <pc:docMk/>
          <pc:sldMk cId="1020809028" sldId="467"/>
        </pc:sldMkLst>
        <pc:spChg chg="mod">
          <ac:chgData name="Martin Siemienski Andersen" userId="3e5b9027-db81-4bdb-8ff3-173865797b46" providerId="ADAL" clId="{FE3A2A47-A197-4C06-B447-22E121A0D122}" dt="2023-10-20T08:58:47.315" v="3151" actId="27636"/>
          <ac:spMkLst>
            <pc:docMk/>
            <pc:sldMk cId="1020809028" sldId="467"/>
            <ac:spMk id="4" creationId="{4E70F956-70CA-4FD5-971A-8C3273CB71AC}"/>
          </ac:spMkLst>
        </pc:spChg>
        <pc:spChg chg="add mod">
          <ac:chgData name="Martin Siemienski Andersen" userId="3e5b9027-db81-4bdb-8ff3-173865797b46" providerId="ADAL" clId="{FE3A2A47-A197-4C06-B447-22E121A0D122}" dt="2023-10-20T08:56:33.163" v="3107" actId="20577"/>
          <ac:spMkLst>
            <pc:docMk/>
            <pc:sldMk cId="1020809028" sldId="467"/>
            <ac:spMk id="6" creationId="{A8616E54-0607-099A-AFED-CD9B2526322F}"/>
          </ac:spMkLst>
        </pc:spChg>
        <pc:picChg chg="add mod modCrop">
          <ac:chgData name="Martin Siemienski Andersen" userId="3e5b9027-db81-4bdb-8ff3-173865797b46" providerId="ADAL" clId="{FE3A2A47-A197-4C06-B447-22E121A0D122}" dt="2023-10-20T08:58:38.793" v="3149" actId="1076"/>
          <ac:picMkLst>
            <pc:docMk/>
            <pc:sldMk cId="1020809028" sldId="467"/>
            <ac:picMk id="8" creationId="{B621287D-84D7-B8FB-3E93-FF724F6C1712}"/>
          </ac:picMkLst>
        </pc:picChg>
      </pc:sldChg>
      <pc:sldChg chg="add del setBg">
        <pc:chgData name="Martin Siemienski Andersen" userId="3e5b9027-db81-4bdb-8ff3-173865797b46" providerId="ADAL" clId="{FE3A2A47-A197-4C06-B447-22E121A0D122}" dt="2023-10-18T12:00:02.210" v="2212" actId="47"/>
        <pc:sldMkLst>
          <pc:docMk/>
          <pc:sldMk cId="1688175635" sldId="468"/>
        </pc:sldMkLst>
      </pc:sldChg>
      <pc:sldChg chg="modSp add mod ord setBg">
        <pc:chgData name="Martin Siemienski Andersen" userId="3e5b9027-db81-4bdb-8ff3-173865797b46" providerId="ADAL" clId="{FE3A2A47-A197-4C06-B447-22E121A0D122}" dt="2023-10-20T09:36:28.652" v="3921" actId="20577"/>
        <pc:sldMkLst>
          <pc:docMk/>
          <pc:sldMk cId="2502620546" sldId="468"/>
        </pc:sldMkLst>
        <pc:spChg chg="mod">
          <ac:chgData name="Martin Siemienski Andersen" userId="3e5b9027-db81-4bdb-8ff3-173865797b46" providerId="ADAL" clId="{FE3A2A47-A197-4C06-B447-22E121A0D122}" dt="2023-10-20T09:36:28.652" v="3921" actId="20577"/>
          <ac:spMkLst>
            <pc:docMk/>
            <pc:sldMk cId="2502620546" sldId="468"/>
            <ac:spMk id="3" creationId="{8628AA0F-3308-1D89-3FEE-62DA194CAB7C}"/>
          </ac:spMkLst>
        </pc:spChg>
        <pc:spChg chg="mod">
          <ac:chgData name="Martin Siemienski Andersen" userId="3e5b9027-db81-4bdb-8ff3-173865797b46" providerId="ADAL" clId="{FE3A2A47-A197-4C06-B447-22E121A0D122}" dt="2023-10-20T09:35:38.215" v="3901" actId="5793"/>
          <ac:spMkLst>
            <pc:docMk/>
            <pc:sldMk cId="2502620546" sldId="468"/>
            <ac:spMk id="4" creationId="{F6729CDB-7796-54AC-C8D2-0200E1B24AEC}"/>
          </ac:spMkLst>
        </pc:spChg>
        <pc:spChg chg="mod">
          <ac:chgData name="Martin Siemienski Andersen" userId="3e5b9027-db81-4bdb-8ff3-173865797b46" providerId="ADAL" clId="{FE3A2A47-A197-4C06-B447-22E121A0D122}" dt="2023-10-20T08:49:17.952" v="2930" actId="20577"/>
          <ac:spMkLst>
            <pc:docMk/>
            <pc:sldMk cId="2502620546" sldId="468"/>
            <ac:spMk id="6" creationId="{B3AAF1DE-4B91-4177-6E15-14D5021FFC3C}"/>
          </ac:spMkLst>
        </pc:spChg>
      </pc:sldChg>
      <pc:sldChg chg="add">
        <pc:chgData name="Martin Siemienski Andersen" userId="3e5b9027-db81-4bdb-8ff3-173865797b46" providerId="ADAL" clId="{FE3A2A47-A197-4C06-B447-22E121A0D122}" dt="2023-10-18T12:45:00.757" v="2756"/>
        <pc:sldMkLst>
          <pc:docMk/>
          <pc:sldMk cId="3512078762" sldId="469"/>
        </pc:sldMkLst>
      </pc:sldChg>
      <pc:sldChg chg="modSp add del mod">
        <pc:chgData name="Martin Siemienski Andersen" userId="3e5b9027-db81-4bdb-8ff3-173865797b46" providerId="ADAL" clId="{FE3A2A47-A197-4C06-B447-22E121A0D122}" dt="2023-10-20T08:37:21.012" v="2826" actId="47"/>
        <pc:sldMkLst>
          <pc:docMk/>
          <pc:sldMk cId="2720607502" sldId="470"/>
        </pc:sldMkLst>
        <pc:spChg chg="mod">
          <ac:chgData name="Martin Siemienski Andersen" userId="3e5b9027-db81-4bdb-8ff3-173865797b46" providerId="ADAL" clId="{FE3A2A47-A197-4C06-B447-22E121A0D122}" dt="2023-10-20T08:31:40.642" v="2810" actId="14100"/>
          <ac:spMkLst>
            <pc:docMk/>
            <pc:sldMk cId="2720607502" sldId="470"/>
            <ac:spMk id="4" creationId="{2FE866F4-9F04-86D4-ACC4-57A42C9BBB6A}"/>
          </ac:spMkLst>
        </pc:spChg>
        <pc:spChg chg="mod">
          <ac:chgData name="Martin Siemienski Andersen" userId="3e5b9027-db81-4bdb-8ff3-173865797b46" providerId="ADAL" clId="{FE3A2A47-A197-4C06-B447-22E121A0D122}" dt="2023-10-20T08:32:16.808" v="2818" actId="20577"/>
          <ac:spMkLst>
            <pc:docMk/>
            <pc:sldMk cId="2720607502" sldId="470"/>
            <ac:spMk id="8" creationId="{AAE25E78-8A9F-DCA9-6F02-EFF00876D255}"/>
          </ac:spMkLst>
        </pc:spChg>
      </pc:sldChg>
      <pc:sldChg chg="addSp delSp modSp add mod">
        <pc:chgData name="Martin Siemienski Andersen" userId="3e5b9027-db81-4bdb-8ff3-173865797b46" providerId="ADAL" clId="{FE3A2A47-A197-4C06-B447-22E121A0D122}" dt="2023-10-20T11:36:46.429" v="6101" actId="6549"/>
        <pc:sldMkLst>
          <pc:docMk/>
          <pc:sldMk cId="2709229726" sldId="471"/>
        </pc:sldMkLst>
        <pc:spChg chg="mod">
          <ac:chgData name="Martin Siemienski Andersen" userId="3e5b9027-db81-4bdb-8ff3-173865797b46" providerId="ADAL" clId="{FE3A2A47-A197-4C06-B447-22E121A0D122}" dt="2023-10-20T08:37:29.689" v="2841" actId="20577"/>
          <ac:spMkLst>
            <pc:docMk/>
            <pc:sldMk cId="2709229726" sldId="471"/>
            <ac:spMk id="4" creationId="{2FE866F4-9F04-86D4-ACC4-57A42C9BBB6A}"/>
          </ac:spMkLst>
        </pc:spChg>
        <pc:spChg chg="del mod">
          <ac:chgData name="Martin Siemienski Andersen" userId="3e5b9027-db81-4bdb-8ff3-173865797b46" providerId="ADAL" clId="{FE3A2A47-A197-4C06-B447-22E121A0D122}" dt="2023-10-20T08:40:21.600" v="2848" actId="478"/>
          <ac:spMkLst>
            <pc:docMk/>
            <pc:sldMk cId="2709229726" sldId="471"/>
            <ac:spMk id="5" creationId="{4C63D82D-4C3A-DD69-A64A-41D88D707DEE}"/>
          </ac:spMkLst>
        </pc:spChg>
        <pc:spChg chg="add del mod">
          <ac:chgData name="Martin Siemienski Andersen" userId="3e5b9027-db81-4bdb-8ff3-173865797b46" providerId="ADAL" clId="{FE3A2A47-A197-4C06-B447-22E121A0D122}" dt="2023-10-20T08:40:23.302" v="2849" actId="478"/>
          <ac:spMkLst>
            <pc:docMk/>
            <pc:sldMk cId="2709229726" sldId="471"/>
            <ac:spMk id="6" creationId="{D20315DA-B511-F67D-8C06-A6A8C91AAC2C}"/>
          </ac:spMkLst>
        </pc:spChg>
        <pc:spChg chg="mod">
          <ac:chgData name="Martin Siemienski Andersen" userId="3e5b9027-db81-4bdb-8ff3-173865797b46" providerId="ADAL" clId="{FE3A2A47-A197-4C06-B447-22E121A0D122}" dt="2023-10-20T09:30:42.971" v="3873" actId="20577"/>
          <ac:spMkLst>
            <pc:docMk/>
            <pc:sldMk cId="2709229726" sldId="471"/>
            <ac:spMk id="8" creationId="{555F6ED6-6E7D-8602-6165-C6221E5A7C2C}"/>
          </ac:spMkLst>
        </pc:spChg>
        <pc:spChg chg="add mod">
          <ac:chgData name="Martin Siemienski Andersen" userId="3e5b9027-db81-4bdb-8ff3-173865797b46" providerId="ADAL" clId="{FE3A2A47-A197-4C06-B447-22E121A0D122}" dt="2023-10-20T11:36:46.429" v="6101" actId="6549"/>
          <ac:spMkLst>
            <pc:docMk/>
            <pc:sldMk cId="2709229726" sldId="471"/>
            <ac:spMk id="9" creationId="{B131A144-D5FF-8CDD-FCFD-B9D97A7035BF}"/>
          </ac:spMkLst>
        </pc:spChg>
      </pc:sldChg>
      <pc:sldChg chg="modSp add mod setBg">
        <pc:chgData name="Martin Siemienski Andersen" userId="3e5b9027-db81-4bdb-8ff3-173865797b46" providerId="ADAL" clId="{FE3A2A47-A197-4C06-B447-22E121A0D122}" dt="2023-10-20T11:51:39.579" v="6239" actId="20577"/>
        <pc:sldMkLst>
          <pc:docMk/>
          <pc:sldMk cId="3266285706" sldId="472"/>
        </pc:sldMkLst>
        <pc:spChg chg="mod">
          <ac:chgData name="Martin Siemienski Andersen" userId="3e5b9027-db81-4bdb-8ff3-173865797b46" providerId="ADAL" clId="{FE3A2A47-A197-4C06-B447-22E121A0D122}" dt="2023-10-20T09:05:05.677" v="3220" actId="20577"/>
          <ac:spMkLst>
            <pc:docMk/>
            <pc:sldMk cId="3266285706" sldId="472"/>
            <ac:spMk id="3" creationId="{20700119-3047-E5CD-11C0-3952BC8F1731}"/>
          </ac:spMkLst>
        </pc:spChg>
        <pc:spChg chg="mod">
          <ac:chgData name="Martin Siemienski Andersen" userId="3e5b9027-db81-4bdb-8ff3-173865797b46" providerId="ADAL" clId="{FE3A2A47-A197-4C06-B447-22E121A0D122}" dt="2023-10-20T11:51:39.579" v="6239" actId="20577"/>
          <ac:spMkLst>
            <pc:docMk/>
            <pc:sldMk cId="3266285706" sldId="472"/>
            <ac:spMk id="4" creationId="{16C40AC8-92BC-EADB-4D9F-F3D0E46DC0D4}"/>
          </ac:spMkLst>
        </pc:spChg>
      </pc:sldChg>
      <pc:sldChg chg="addSp delSp modSp new mod modAnim">
        <pc:chgData name="Martin Siemienski Andersen" userId="3e5b9027-db81-4bdb-8ff3-173865797b46" providerId="ADAL" clId="{FE3A2A47-A197-4C06-B447-22E121A0D122}" dt="2023-10-20T11:41:27.985" v="6237"/>
        <pc:sldMkLst>
          <pc:docMk/>
          <pc:sldMk cId="622529625" sldId="473"/>
        </pc:sldMkLst>
        <pc:spChg chg="mod">
          <ac:chgData name="Martin Siemienski Andersen" userId="3e5b9027-db81-4bdb-8ff3-173865797b46" providerId="ADAL" clId="{FE3A2A47-A197-4C06-B447-22E121A0D122}" dt="2023-10-20T09:24:36.023" v="3604" actId="20577"/>
          <ac:spMkLst>
            <pc:docMk/>
            <pc:sldMk cId="622529625" sldId="473"/>
            <ac:spMk id="3" creationId="{EEAB59C1-FF20-0B0F-6D17-3BB2594270BB}"/>
          </ac:spMkLst>
        </pc:spChg>
        <pc:spChg chg="del mod">
          <ac:chgData name="Martin Siemienski Andersen" userId="3e5b9027-db81-4bdb-8ff3-173865797b46" providerId="ADAL" clId="{FE3A2A47-A197-4C06-B447-22E121A0D122}" dt="2023-10-20T09:22:05.936" v="3515" actId="478"/>
          <ac:spMkLst>
            <pc:docMk/>
            <pc:sldMk cId="622529625" sldId="473"/>
            <ac:spMk id="4" creationId="{320AA1FF-FDE2-41EE-5FF2-4985C2CB3A41}"/>
          </ac:spMkLst>
        </pc:spChg>
        <pc:picChg chg="add mod">
          <ac:chgData name="Martin Siemienski Andersen" userId="3e5b9027-db81-4bdb-8ff3-173865797b46" providerId="ADAL" clId="{FE3A2A47-A197-4C06-B447-22E121A0D122}" dt="2023-10-20T09:23:19.352" v="3521" actId="1076"/>
          <ac:picMkLst>
            <pc:docMk/>
            <pc:sldMk cId="622529625" sldId="473"/>
            <ac:picMk id="6" creationId="{C757D97E-1F67-B33E-F074-B0C7DB7A2EBF}"/>
          </ac:picMkLst>
        </pc:picChg>
        <pc:picChg chg="add mod">
          <ac:chgData name="Martin Siemienski Andersen" userId="3e5b9027-db81-4bdb-8ff3-173865797b46" providerId="ADAL" clId="{FE3A2A47-A197-4C06-B447-22E121A0D122}" dt="2023-10-20T09:22:14.089" v="3518" actId="1076"/>
          <ac:picMkLst>
            <pc:docMk/>
            <pc:sldMk cId="622529625" sldId="473"/>
            <ac:picMk id="8" creationId="{2F084379-9E47-5AAA-49F0-7AFF6A04C7E1}"/>
          </ac:picMkLst>
        </pc:picChg>
      </pc:sldChg>
      <pc:sldChg chg="modSp add mod setBg">
        <pc:chgData name="Martin Siemienski Andersen" userId="3e5b9027-db81-4bdb-8ff3-173865797b46" providerId="ADAL" clId="{FE3A2A47-A197-4C06-B447-22E121A0D122}" dt="2023-10-20T09:29:36.221" v="3859" actId="20577"/>
        <pc:sldMkLst>
          <pc:docMk/>
          <pc:sldMk cId="594636192" sldId="474"/>
        </pc:sldMkLst>
        <pc:spChg chg="mod">
          <ac:chgData name="Martin Siemienski Andersen" userId="3e5b9027-db81-4bdb-8ff3-173865797b46" providerId="ADAL" clId="{FE3A2A47-A197-4C06-B447-22E121A0D122}" dt="2023-10-20T09:29:36.221" v="3859" actId="20577"/>
          <ac:spMkLst>
            <pc:docMk/>
            <pc:sldMk cId="594636192" sldId="474"/>
            <ac:spMk id="4" creationId="{335F558F-F9FD-7A07-CD10-7431D1C789B5}"/>
          </ac:spMkLst>
        </pc:spChg>
      </pc:sldChg>
      <pc:sldChg chg="addSp delSp modSp new mod modAnim">
        <pc:chgData name="Martin Siemienski Andersen" userId="3e5b9027-db81-4bdb-8ff3-173865797b46" providerId="ADAL" clId="{FE3A2A47-A197-4C06-B447-22E121A0D122}" dt="2023-10-20T11:35:27.582" v="6050" actId="20577"/>
        <pc:sldMkLst>
          <pc:docMk/>
          <pc:sldMk cId="2693566436" sldId="475"/>
        </pc:sldMkLst>
        <pc:spChg chg="mod">
          <ac:chgData name="Martin Siemienski Andersen" userId="3e5b9027-db81-4bdb-8ff3-173865797b46" providerId="ADAL" clId="{FE3A2A47-A197-4C06-B447-22E121A0D122}" dt="2023-10-20T11:09:43.735" v="5821" actId="20577"/>
          <ac:spMkLst>
            <pc:docMk/>
            <pc:sldMk cId="2693566436" sldId="475"/>
            <ac:spMk id="3" creationId="{48F8230D-09D9-74C9-6A5A-0B33C7A27846}"/>
          </ac:spMkLst>
        </pc:spChg>
        <pc:spChg chg="del mod">
          <ac:chgData name="Martin Siemienski Andersen" userId="3e5b9027-db81-4bdb-8ff3-173865797b46" providerId="ADAL" clId="{FE3A2A47-A197-4C06-B447-22E121A0D122}" dt="2023-10-20T10:48:57.099" v="4861" actId="478"/>
          <ac:spMkLst>
            <pc:docMk/>
            <pc:sldMk cId="2693566436" sldId="475"/>
            <ac:spMk id="4" creationId="{8D3D1F5D-0483-E3F9-E4C3-3DFCB464D036}"/>
          </ac:spMkLst>
        </pc:spChg>
        <pc:spChg chg="add del mod">
          <ac:chgData name="Martin Siemienski Andersen" userId="3e5b9027-db81-4bdb-8ff3-173865797b46" providerId="ADAL" clId="{FE3A2A47-A197-4C06-B447-22E121A0D122}" dt="2023-10-20T10:48:59.479" v="4862" actId="478"/>
          <ac:spMkLst>
            <pc:docMk/>
            <pc:sldMk cId="2693566436" sldId="475"/>
            <ac:spMk id="6" creationId="{CA286CAB-169B-1F43-9C43-C86831CF3EC8}"/>
          </ac:spMkLst>
        </pc:spChg>
        <pc:spChg chg="add mod">
          <ac:chgData name="Martin Siemienski Andersen" userId="3e5b9027-db81-4bdb-8ff3-173865797b46" providerId="ADAL" clId="{FE3A2A47-A197-4C06-B447-22E121A0D122}" dt="2023-10-20T11:00:08.919" v="5140" actId="20577"/>
          <ac:spMkLst>
            <pc:docMk/>
            <pc:sldMk cId="2693566436" sldId="475"/>
            <ac:spMk id="8" creationId="{5CE3E872-8EC4-B6F6-B99E-41AF07F9E899}"/>
          </ac:spMkLst>
        </pc:spChg>
        <pc:spChg chg="add mod">
          <ac:chgData name="Martin Siemienski Andersen" userId="3e5b9027-db81-4bdb-8ff3-173865797b46" providerId="ADAL" clId="{FE3A2A47-A197-4C06-B447-22E121A0D122}" dt="2023-10-20T11:35:27.582" v="6050" actId="20577"/>
          <ac:spMkLst>
            <pc:docMk/>
            <pc:sldMk cId="2693566436" sldId="475"/>
            <ac:spMk id="10" creationId="{677EFCCA-1497-DA79-4524-DFC83576D7DB}"/>
          </ac:spMkLst>
        </pc:spChg>
        <pc:spChg chg="add mod">
          <ac:chgData name="Martin Siemienski Andersen" userId="3e5b9027-db81-4bdb-8ff3-173865797b46" providerId="ADAL" clId="{FE3A2A47-A197-4C06-B447-22E121A0D122}" dt="2023-10-20T10:57:34.329" v="5073" actId="207"/>
          <ac:spMkLst>
            <pc:docMk/>
            <pc:sldMk cId="2693566436" sldId="475"/>
            <ac:spMk id="12" creationId="{A6FDBD6B-22AC-59A3-3876-F256EA10203D}"/>
          </ac:spMkLst>
        </pc:spChg>
        <pc:spChg chg="add mod">
          <ac:chgData name="Martin Siemienski Andersen" userId="3e5b9027-db81-4bdb-8ff3-173865797b46" providerId="ADAL" clId="{FE3A2A47-A197-4C06-B447-22E121A0D122}" dt="2023-10-20T10:57:23.028" v="5070" actId="14100"/>
          <ac:spMkLst>
            <pc:docMk/>
            <pc:sldMk cId="2693566436" sldId="475"/>
            <ac:spMk id="14" creationId="{4330C036-5D09-6642-E1A5-CBF57AA873EB}"/>
          </ac:spMkLst>
        </pc:spChg>
      </pc:sldChg>
      <pc:sldChg chg="modSp add mod ord">
        <pc:chgData name="Martin Siemienski Andersen" userId="3e5b9027-db81-4bdb-8ff3-173865797b46" providerId="ADAL" clId="{FE3A2A47-A197-4C06-B447-22E121A0D122}" dt="2023-10-20T11:09:28.383" v="5812" actId="27636"/>
        <pc:sldMkLst>
          <pc:docMk/>
          <pc:sldMk cId="3236677860" sldId="476"/>
        </pc:sldMkLst>
        <pc:spChg chg="mod">
          <ac:chgData name="Martin Siemienski Andersen" userId="3e5b9027-db81-4bdb-8ff3-173865797b46" providerId="ADAL" clId="{FE3A2A47-A197-4C06-B447-22E121A0D122}" dt="2023-10-20T11:09:28.383" v="5812" actId="27636"/>
          <ac:spMkLst>
            <pc:docMk/>
            <pc:sldMk cId="3236677860" sldId="476"/>
            <ac:spMk id="4" creationId="{8D3D1F5D-0483-E3F9-E4C3-3DFCB464D036}"/>
          </ac:spMkLst>
        </pc:spChg>
      </pc:sldChg>
      <pc:sldChg chg="addSp delSp modSp new mod modAnim">
        <pc:chgData name="Martin Siemienski Andersen" userId="3e5b9027-db81-4bdb-8ff3-173865797b46" providerId="ADAL" clId="{FE3A2A47-A197-4C06-B447-22E121A0D122}" dt="2023-10-20T11:55:21.232" v="6261" actId="20577"/>
        <pc:sldMkLst>
          <pc:docMk/>
          <pc:sldMk cId="1780393843" sldId="477"/>
        </pc:sldMkLst>
        <pc:spChg chg="mod">
          <ac:chgData name="Martin Siemienski Andersen" userId="3e5b9027-db81-4bdb-8ff3-173865797b46" providerId="ADAL" clId="{FE3A2A47-A197-4C06-B447-22E121A0D122}" dt="2023-10-20T11:38:37.663" v="6232" actId="21"/>
          <ac:spMkLst>
            <pc:docMk/>
            <pc:sldMk cId="1780393843" sldId="477"/>
            <ac:spMk id="3" creationId="{228E797B-2F2A-6EF4-B962-F5AB89548772}"/>
          </ac:spMkLst>
        </pc:spChg>
        <pc:spChg chg="del">
          <ac:chgData name="Martin Siemienski Andersen" userId="3e5b9027-db81-4bdb-8ff3-173865797b46" providerId="ADAL" clId="{FE3A2A47-A197-4C06-B447-22E121A0D122}" dt="2023-10-20T11:24:43.490" v="5938" actId="478"/>
          <ac:spMkLst>
            <pc:docMk/>
            <pc:sldMk cId="1780393843" sldId="477"/>
            <ac:spMk id="4" creationId="{2DF81775-9169-DA7D-B5F3-7DABF4AD7531}"/>
          </ac:spMkLst>
        </pc:spChg>
        <pc:spChg chg="add mod">
          <ac:chgData name="Martin Siemienski Andersen" userId="3e5b9027-db81-4bdb-8ff3-173865797b46" providerId="ADAL" clId="{FE3A2A47-A197-4C06-B447-22E121A0D122}" dt="2023-10-20T11:55:21.232" v="6261" actId="20577"/>
          <ac:spMkLst>
            <pc:docMk/>
            <pc:sldMk cId="1780393843" sldId="477"/>
            <ac:spMk id="6" creationId="{F655BF3A-131E-F3A7-83BC-75814AC351A7}"/>
          </ac:spMkLst>
        </pc:spChg>
        <pc:spChg chg="add mod">
          <ac:chgData name="Martin Siemienski Andersen" userId="3e5b9027-db81-4bdb-8ff3-173865797b46" providerId="ADAL" clId="{FE3A2A47-A197-4C06-B447-22E121A0D122}" dt="2023-10-20T11:26:18.492" v="6029" actId="1076"/>
          <ac:spMkLst>
            <pc:docMk/>
            <pc:sldMk cId="1780393843" sldId="477"/>
            <ac:spMk id="8" creationId="{B43371C6-C051-78F4-B029-D2C3582D372E}"/>
          </ac:spMkLst>
        </pc:spChg>
        <pc:spChg chg="add del">
          <ac:chgData name="Martin Siemienski Andersen" userId="3e5b9027-db81-4bdb-8ff3-173865797b46" providerId="ADAL" clId="{FE3A2A47-A197-4C06-B447-22E121A0D122}" dt="2023-10-20T11:31:25.073" v="6043" actId="22"/>
          <ac:spMkLst>
            <pc:docMk/>
            <pc:sldMk cId="1780393843" sldId="477"/>
            <ac:spMk id="10" creationId="{9B8E993B-68EB-272F-2CB6-4354A6BBE52E}"/>
          </ac:spMkLst>
        </pc:spChg>
        <pc:spChg chg="add mod">
          <ac:chgData name="Martin Siemienski Andersen" userId="3e5b9027-db81-4bdb-8ff3-173865797b46" providerId="ADAL" clId="{FE3A2A47-A197-4C06-B447-22E121A0D122}" dt="2023-10-20T11:38:46.134" v="6235" actId="1076"/>
          <ac:spMkLst>
            <pc:docMk/>
            <pc:sldMk cId="1780393843" sldId="477"/>
            <ac:spMk id="12" creationId="{5CB24C3C-C22E-92BA-F2E3-845519FAE4C4}"/>
          </ac:spMkLst>
        </pc:spChg>
      </pc:sldChg>
      <pc:sldChg chg="modSp new mod">
        <pc:chgData name="Martin Siemienski Andersen" userId="3e5b9027-db81-4bdb-8ff3-173865797b46" providerId="ADAL" clId="{FE3A2A47-A197-4C06-B447-22E121A0D122}" dt="2023-10-20T11:58:01.553" v="6380" actId="20577"/>
        <pc:sldMkLst>
          <pc:docMk/>
          <pc:sldMk cId="1017357738" sldId="478"/>
        </pc:sldMkLst>
        <pc:spChg chg="mod">
          <ac:chgData name="Martin Siemienski Andersen" userId="3e5b9027-db81-4bdb-8ff3-173865797b46" providerId="ADAL" clId="{FE3A2A47-A197-4C06-B447-22E121A0D122}" dt="2023-10-20T11:57:07.588" v="6272" actId="20577"/>
          <ac:spMkLst>
            <pc:docMk/>
            <pc:sldMk cId="1017357738" sldId="478"/>
            <ac:spMk id="3" creationId="{AC4AD57D-7FBD-8609-95A5-41B66163A3A5}"/>
          </ac:spMkLst>
        </pc:spChg>
        <pc:spChg chg="mod">
          <ac:chgData name="Martin Siemienski Andersen" userId="3e5b9027-db81-4bdb-8ff3-173865797b46" providerId="ADAL" clId="{FE3A2A47-A197-4C06-B447-22E121A0D122}" dt="2023-10-20T11:58:01.553" v="6380" actId="20577"/>
          <ac:spMkLst>
            <pc:docMk/>
            <pc:sldMk cId="1017357738" sldId="478"/>
            <ac:spMk id="4" creationId="{298AC902-67ED-6AF3-54FC-7EBF62AB1301}"/>
          </ac:spMkLst>
        </pc:spChg>
      </pc:sldChg>
    </pc:docChg>
  </pc:docChgLst>
  <pc:docChgLst>
    <pc:chgData name="Martin Siemienski Andersen" userId="3e5b9027-db81-4bdb-8ff3-173865797b46" providerId="ADAL" clId="{0861E1F6-2E1E-40FE-808F-4F00C86662D4}"/>
    <pc:docChg chg="undo custSel modSld">
      <pc:chgData name="Martin Siemienski Andersen" userId="3e5b9027-db81-4bdb-8ff3-173865797b46" providerId="ADAL" clId="{0861E1F6-2E1E-40FE-808F-4F00C86662D4}" dt="2024-08-14T11:00:57.085" v="446" actId="20577"/>
      <pc:docMkLst>
        <pc:docMk/>
      </pc:docMkLst>
      <pc:sldChg chg="modSp mod">
        <pc:chgData name="Martin Siemienski Andersen" userId="3e5b9027-db81-4bdb-8ff3-173865797b46" providerId="ADAL" clId="{0861E1F6-2E1E-40FE-808F-4F00C86662D4}" dt="2024-08-14T08:58:25.649" v="74" actId="20577"/>
        <pc:sldMkLst>
          <pc:docMk/>
          <pc:sldMk cId="3969491273" sldId="489"/>
        </pc:sldMkLst>
        <pc:spChg chg="mod">
          <ac:chgData name="Martin Siemienski Andersen" userId="3e5b9027-db81-4bdb-8ff3-173865797b46" providerId="ADAL" clId="{0861E1F6-2E1E-40FE-808F-4F00C86662D4}" dt="2024-08-14T08:58:25.649" v="74" actId="20577"/>
          <ac:spMkLst>
            <pc:docMk/>
            <pc:sldMk cId="3969491273" sldId="489"/>
            <ac:spMk id="4" creationId="{16C40AC8-92BC-EADB-4D9F-F3D0E46DC0D4}"/>
          </ac:spMkLst>
        </pc:spChg>
      </pc:sldChg>
      <pc:sldChg chg="modSp mod">
        <pc:chgData name="Martin Siemienski Andersen" userId="3e5b9027-db81-4bdb-8ff3-173865797b46" providerId="ADAL" clId="{0861E1F6-2E1E-40FE-808F-4F00C86662D4}" dt="2024-08-14T11:00:57.085" v="446" actId="20577"/>
        <pc:sldMkLst>
          <pc:docMk/>
          <pc:sldMk cId="3859974388" sldId="492"/>
        </pc:sldMkLst>
        <pc:spChg chg="mod">
          <ac:chgData name="Martin Siemienski Andersen" userId="3e5b9027-db81-4bdb-8ff3-173865797b46" providerId="ADAL" clId="{0861E1F6-2E1E-40FE-808F-4F00C86662D4}" dt="2024-08-14T11:00:57.085" v="446" actId="20577"/>
          <ac:spMkLst>
            <pc:docMk/>
            <pc:sldMk cId="3859974388" sldId="492"/>
            <ac:spMk id="4" creationId="{16C40AC8-92BC-EADB-4D9F-F3D0E46DC0D4}"/>
          </ac:spMkLst>
        </pc:spChg>
      </pc:sldChg>
    </pc:docChg>
  </pc:docChgLst>
  <pc:docChgLst>
    <pc:chgData name="Martin Siemienski Andersen" userId="3e5b9027-db81-4bdb-8ff3-173865797b46" providerId="ADAL" clId="{CBA3CA4E-5935-47DA-AEA8-6A6125F6A055}"/>
    <pc:docChg chg="undo custSel addSld delSld modSld sldOrd modSection">
      <pc:chgData name="Martin Siemienski Andersen" userId="3e5b9027-db81-4bdb-8ff3-173865797b46" providerId="ADAL" clId="{CBA3CA4E-5935-47DA-AEA8-6A6125F6A055}" dt="2024-09-24T12:26:01.121" v="2373" actId="768"/>
      <pc:docMkLst>
        <pc:docMk/>
      </pc:docMkLst>
      <pc:sldChg chg="addSp delSp modSp mod">
        <pc:chgData name="Martin Siemienski Andersen" userId="3e5b9027-db81-4bdb-8ff3-173865797b46" providerId="ADAL" clId="{CBA3CA4E-5935-47DA-AEA8-6A6125F6A055}" dt="2024-09-24T12:26:01.121" v="2373" actId="768"/>
        <pc:sldMkLst>
          <pc:docMk/>
          <pc:sldMk cId="2290672695" sldId="378"/>
        </pc:sldMkLst>
        <pc:spChg chg="mod">
          <ac:chgData name="Martin Siemienski Andersen" userId="3e5b9027-db81-4bdb-8ff3-173865797b46" providerId="ADAL" clId="{CBA3CA4E-5935-47DA-AEA8-6A6125F6A055}" dt="2024-09-24T12:26:01.121" v="2373" actId="768"/>
          <ac:spMkLst>
            <pc:docMk/>
            <pc:sldMk cId="2290672695" sldId="378"/>
            <ac:spMk id="2" creationId="{B86BEAC6-68DB-0A79-D10D-D84F852CC729}"/>
          </ac:spMkLst>
        </pc:spChg>
        <pc:spChg chg="add del mod">
          <ac:chgData name="Martin Siemienski Andersen" userId="3e5b9027-db81-4bdb-8ff3-173865797b46" providerId="ADAL" clId="{CBA3CA4E-5935-47DA-AEA8-6A6125F6A055}" dt="2024-09-24T11:07:41.078" v="5" actId="478"/>
          <ac:spMkLst>
            <pc:docMk/>
            <pc:sldMk cId="2290672695" sldId="378"/>
            <ac:spMk id="5" creationId="{B19130F0-C833-6989-88A6-650F8FD2DEB4}"/>
          </ac:spMkLst>
        </pc:spChg>
        <pc:picChg chg="del">
          <ac:chgData name="Martin Siemienski Andersen" userId="3e5b9027-db81-4bdb-8ff3-173865797b46" providerId="ADAL" clId="{CBA3CA4E-5935-47DA-AEA8-6A6125F6A055}" dt="2024-09-24T11:07:35.566" v="4" actId="478"/>
          <ac:picMkLst>
            <pc:docMk/>
            <pc:sldMk cId="2290672695" sldId="378"/>
            <ac:picMk id="34" creationId="{00000000-0000-0000-0000-000000000000}"/>
          </ac:picMkLst>
        </pc:picChg>
      </pc:sldChg>
      <pc:sldChg chg="modSp mod">
        <pc:chgData name="Martin Siemienski Andersen" userId="3e5b9027-db81-4bdb-8ff3-173865797b46" providerId="ADAL" clId="{CBA3CA4E-5935-47DA-AEA8-6A6125F6A055}" dt="2024-09-24T12:22:12.326" v="2364" actId="6549"/>
        <pc:sldMkLst>
          <pc:docMk/>
          <pc:sldMk cId="3128626905" sldId="401"/>
        </pc:sldMkLst>
        <pc:spChg chg="mod">
          <ac:chgData name="Martin Siemienski Andersen" userId="3e5b9027-db81-4bdb-8ff3-173865797b46" providerId="ADAL" clId="{CBA3CA4E-5935-47DA-AEA8-6A6125F6A055}" dt="2024-09-24T12:22:12.326" v="2364" actId="6549"/>
          <ac:spMkLst>
            <pc:docMk/>
            <pc:sldMk cId="3128626905" sldId="401"/>
            <ac:spMk id="8" creationId="{3364E5E7-E302-97F6-A135-D59CC81CE3D2}"/>
          </ac:spMkLst>
        </pc:spChg>
      </pc:sldChg>
      <pc:sldChg chg="modSp mod">
        <pc:chgData name="Martin Siemienski Andersen" userId="3e5b9027-db81-4bdb-8ff3-173865797b46" providerId="ADAL" clId="{CBA3CA4E-5935-47DA-AEA8-6A6125F6A055}" dt="2024-09-24T12:19:58.190" v="2336" actId="6549"/>
        <pc:sldMkLst>
          <pc:docMk/>
          <pc:sldMk cId="3315296373" sldId="411"/>
        </pc:sldMkLst>
        <pc:spChg chg="mod">
          <ac:chgData name="Martin Siemienski Andersen" userId="3e5b9027-db81-4bdb-8ff3-173865797b46" providerId="ADAL" clId="{CBA3CA4E-5935-47DA-AEA8-6A6125F6A055}" dt="2024-09-24T12:19:58.190" v="2336" actId="6549"/>
          <ac:spMkLst>
            <pc:docMk/>
            <pc:sldMk cId="3315296373" sldId="411"/>
            <ac:spMk id="7" creationId="{BD704BBF-32AB-F8ED-3233-19FF26C4BCBA}"/>
          </ac:spMkLst>
        </pc:spChg>
      </pc:sldChg>
      <pc:sldChg chg="modSp mod">
        <pc:chgData name="Martin Siemienski Andersen" userId="3e5b9027-db81-4bdb-8ff3-173865797b46" providerId="ADAL" clId="{CBA3CA4E-5935-47DA-AEA8-6A6125F6A055}" dt="2024-09-24T12:06:23.135" v="2063" actId="20577"/>
        <pc:sldMkLst>
          <pc:docMk/>
          <pc:sldMk cId="1783744845" sldId="463"/>
        </pc:sldMkLst>
        <pc:spChg chg="mod">
          <ac:chgData name="Martin Siemienski Andersen" userId="3e5b9027-db81-4bdb-8ff3-173865797b46" providerId="ADAL" clId="{CBA3CA4E-5935-47DA-AEA8-6A6125F6A055}" dt="2024-09-24T12:06:23.135" v="2063" actId="20577"/>
          <ac:spMkLst>
            <pc:docMk/>
            <pc:sldMk cId="1783744845" sldId="463"/>
            <ac:spMk id="4" creationId="{F6729CDB-7796-54AC-C8D2-0200E1B24AEC}"/>
          </ac:spMkLst>
        </pc:spChg>
      </pc:sldChg>
      <pc:sldChg chg="modSp mod ord">
        <pc:chgData name="Martin Siemienski Andersen" userId="3e5b9027-db81-4bdb-8ff3-173865797b46" providerId="ADAL" clId="{CBA3CA4E-5935-47DA-AEA8-6A6125F6A055}" dt="2024-09-24T12:23:56.458" v="2372" actId="6549"/>
        <pc:sldMkLst>
          <pc:docMk/>
          <pc:sldMk cId="2973186146" sldId="464"/>
        </pc:sldMkLst>
        <pc:spChg chg="mod">
          <ac:chgData name="Martin Siemienski Andersen" userId="3e5b9027-db81-4bdb-8ff3-173865797b46" providerId="ADAL" clId="{CBA3CA4E-5935-47DA-AEA8-6A6125F6A055}" dt="2024-09-24T12:23:56.458" v="2372" actId="6549"/>
          <ac:spMkLst>
            <pc:docMk/>
            <pc:sldMk cId="2973186146" sldId="464"/>
            <ac:spMk id="4" creationId="{16C40AC8-92BC-EADB-4D9F-F3D0E46DC0D4}"/>
          </ac:spMkLst>
        </pc:spChg>
      </pc:sldChg>
      <pc:sldChg chg="delSp modSp mod">
        <pc:chgData name="Martin Siemienski Andersen" userId="3e5b9027-db81-4bdb-8ff3-173865797b46" providerId="ADAL" clId="{CBA3CA4E-5935-47DA-AEA8-6A6125F6A055}" dt="2024-09-24T12:02:06.473" v="2056" actId="20577"/>
        <pc:sldMkLst>
          <pc:docMk/>
          <pc:sldMk cId="3662016152" sldId="466"/>
        </pc:sldMkLst>
        <pc:spChg chg="mod">
          <ac:chgData name="Martin Siemienski Andersen" userId="3e5b9027-db81-4bdb-8ff3-173865797b46" providerId="ADAL" clId="{CBA3CA4E-5935-47DA-AEA8-6A6125F6A055}" dt="2024-09-24T12:02:06.473" v="2056" actId="20577"/>
          <ac:spMkLst>
            <pc:docMk/>
            <pc:sldMk cId="3662016152" sldId="466"/>
            <ac:spMk id="5" creationId="{8298025D-B850-4D0E-9A64-A0C16F9B265B}"/>
          </ac:spMkLst>
        </pc:spChg>
        <pc:spChg chg="del">
          <ac:chgData name="Martin Siemienski Andersen" userId="3e5b9027-db81-4bdb-8ff3-173865797b46" providerId="ADAL" clId="{CBA3CA4E-5935-47DA-AEA8-6A6125F6A055}" dt="2024-09-24T11:57:59.064" v="1944" actId="478"/>
          <ac:spMkLst>
            <pc:docMk/>
            <pc:sldMk cId="3662016152" sldId="466"/>
            <ac:spMk id="7" creationId="{EA7736F3-D9B1-BF34-DA05-DE35943E21E5}"/>
          </ac:spMkLst>
        </pc:spChg>
      </pc:sldChg>
      <pc:sldChg chg="modSp mod">
        <pc:chgData name="Martin Siemienski Andersen" userId="3e5b9027-db81-4bdb-8ff3-173865797b46" providerId="ADAL" clId="{CBA3CA4E-5935-47DA-AEA8-6A6125F6A055}" dt="2024-09-24T12:20:24.634" v="2345" actId="20577"/>
        <pc:sldMkLst>
          <pc:docMk/>
          <pc:sldMk cId="1020809028" sldId="467"/>
        </pc:sldMkLst>
        <pc:spChg chg="mod">
          <ac:chgData name="Martin Siemienski Andersen" userId="3e5b9027-db81-4bdb-8ff3-173865797b46" providerId="ADAL" clId="{CBA3CA4E-5935-47DA-AEA8-6A6125F6A055}" dt="2024-09-24T12:20:24.634" v="2345" actId="20577"/>
          <ac:spMkLst>
            <pc:docMk/>
            <pc:sldMk cId="1020809028" sldId="467"/>
            <ac:spMk id="5" creationId="{06D34CF0-6741-6250-F29D-3107280943C4}"/>
          </ac:spMkLst>
        </pc:spChg>
      </pc:sldChg>
      <pc:sldChg chg="modSp mod">
        <pc:chgData name="Martin Siemienski Andersen" userId="3e5b9027-db81-4bdb-8ff3-173865797b46" providerId="ADAL" clId="{CBA3CA4E-5935-47DA-AEA8-6A6125F6A055}" dt="2024-09-24T12:22:52.097" v="2371" actId="20577"/>
        <pc:sldMkLst>
          <pc:docMk/>
          <pc:sldMk cId="2502620546" sldId="468"/>
        </pc:sldMkLst>
        <pc:spChg chg="mod">
          <ac:chgData name="Martin Siemienski Andersen" userId="3e5b9027-db81-4bdb-8ff3-173865797b46" providerId="ADAL" clId="{CBA3CA4E-5935-47DA-AEA8-6A6125F6A055}" dt="2024-09-24T12:06:29.701" v="2064" actId="6549"/>
          <ac:spMkLst>
            <pc:docMk/>
            <pc:sldMk cId="2502620546" sldId="468"/>
            <ac:spMk id="4" creationId="{F6729CDB-7796-54AC-C8D2-0200E1B24AEC}"/>
          </ac:spMkLst>
        </pc:spChg>
        <pc:spChg chg="mod">
          <ac:chgData name="Martin Siemienski Andersen" userId="3e5b9027-db81-4bdb-8ff3-173865797b46" providerId="ADAL" clId="{CBA3CA4E-5935-47DA-AEA8-6A6125F6A055}" dt="2024-09-24T12:22:52.097" v="2371" actId="20577"/>
          <ac:spMkLst>
            <pc:docMk/>
            <pc:sldMk cId="2502620546" sldId="468"/>
            <ac:spMk id="6" creationId="{B3AAF1DE-4B91-4177-6E15-14D5021FFC3C}"/>
          </ac:spMkLst>
        </pc:spChg>
      </pc:sldChg>
      <pc:sldChg chg="mod modShow">
        <pc:chgData name="Martin Siemienski Andersen" userId="3e5b9027-db81-4bdb-8ff3-173865797b46" providerId="ADAL" clId="{CBA3CA4E-5935-47DA-AEA8-6A6125F6A055}" dt="2024-09-24T12:12:13.778" v="2159" actId="729"/>
        <pc:sldMkLst>
          <pc:docMk/>
          <pc:sldMk cId="2262100592" sldId="479"/>
        </pc:sldMkLst>
      </pc:sldChg>
      <pc:sldChg chg="modSp mod">
        <pc:chgData name="Martin Siemienski Andersen" userId="3e5b9027-db81-4bdb-8ff3-173865797b46" providerId="ADAL" clId="{CBA3CA4E-5935-47DA-AEA8-6A6125F6A055}" dt="2024-09-24T12:19:10.843" v="2320" actId="20577"/>
        <pc:sldMkLst>
          <pc:docMk/>
          <pc:sldMk cId="941239877" sldId="488"/>
        </pc:sldMkLst>
        <pc:spChg chg="mod">
          <ac:chgData name="Martin Siemienski Andersen" userId="3e5b9027-db81-4bdb-8ff3-173865797b46" providerId="ADAL" clId="{CBA3CA4E-5935-47DA-AEA8-6A6125F6A055}" dt="2024-09-24T12:19:10.843" v="2320" actId="20577"/>
          <ac:spMkLst>
            <pc:docMk/>
            <pc:sldMk cId="941239877" sldId="488"/>
            <ac:spMk id="7" creationId="{5B7C8303-6178-AFFB-38BA-AF3A6886A1CD}"/>
          </ac:spMkLst>
        </pc:spChg>
        <pc:spChg chg="mod">
          <ac:chgData name="Martin Siemienski Andersen" userId="3e5b9027-db81-4bdb-8ff3-173865797b46" providerId="ADAL" clId="{CBA3CA4E-5935-47DA-AEA8-6A6125F6A055}" dt="2024-09-24T12:18:18.859" v="2235" actId="20577"/>
          <ac:spMkLst>
            <pc:docMk/>
            <pc:sldMk cId="941239877" sldId="488"/>
            <ac:spMk id="9" creationId="{CAA8D1AF-1875-9C47-9E7E-677AE78823B1}"/>
          </ac:spMkLst>
        </pc:spChg>
      </pc:sldChg>
      <pc:sldChg chg="ord">
        <pc:chgData name="Martin Siemienski Andersen" userId="3e5b9027-db81-4bdb-8ff3-173865797b46" providerId="ADAL" clId="{CBA3CA4E-5935-47DA-AEA8-6A6125F6A055}" dt="2024-09-24T11:56:20.834" v="1922"/>
        <pc:sldMkLst>
          <pc:docMk/>
          <pc:sldMk cId="3969491273" sldId="489"/>
        </pc:sldMkLst>
      </pc:sldChg>
      <pc:sldChg chg="modSp mod">
        <pc:chgData name="Martin Siemienski Andersen" userId="3e5b9027-db81-4bdb-8ff3-173865797b46" providerId="ADAL" clId="{CBA3CA4E-5935-47DA-AEA8-6A6125F6A055}" dt="2024-09-24T12:19:30.165" v="2323" actId="20577"/>
        <pc:sldMkLst>
          <pc:docMk/>
          <pc:sldMk cId="249394238" sldId="490"/>
        </pc:sldMkLst>
        <pc:spChg chg="mod">
          <ac:chgData name="Martin Siemienski Andersen" userId="3e5b9027-db81-4bdb-8ff3-173865797b46" providerId="ADAL" clId="{CBA3CA4E-5935-47DA-AEA8-6A6125F6A055}" dt="2024-09-24T12:19:30.165" v="2323" actId="20577"/>
          <ac:spMkLst>
            <pc:docMk/>
            <pc:sldMk cId="249394238" sldId="490"/>
            <ac:spMk id="3" creationId="{CDC78ECE-3D9F-0964-5B4B-3760BE566DBF}"/>
          </ac:spMkLst>
        </pc:spChg>
        <pc:spChg chg="mod">
          <ac:chgData name="Martin Siemienski Andersen" userId="3e5b9027-db81-4bdb-8ff3-173865797b46" providerId="ADAL" clId="{CBA3CA4E-5935-47DA-AEA8-6A6125F6A055}" dt="2024-09-24T12:12:00.446" v="2158" actId="20577"/>
          <ac:spMkLst>
            <pc:docMk/>
            <pc:sldMk cId="249394238" sldId="490"/>
            <ac:spMk id="4" creationId="{2123031A-B3BD-45FF-CD74-E5F916708264}"/>
          </ac:spMkLst>
        </pc:spChg>
      </pc:sldChg>
      <pc:sldChg chg="modSp mod">
        <pc:chgData name="Martin Siemienski Andersen" userId="3e5b9027-db81-4bdb-8ff3-173865797b46" providerId="ADAL" clId="{CBA3CA4E-5935-47DA-AEA8-6A6125F6A055}" dt="2024-09-24T12:21:53.999" v="2357" actId="20577"/>
        <pc:sldMkLst>
          <pc:docMk/>
          <pc:sldMk cId="3600381549" sldId="491"/>
        </pc:sldMkLst>
        <pc:spChg chg="mod">
          <ac:chgData name="Martin Siemienski Andersen" userId="3e5b9027-db81-4bdb-8ff3-173865797b46" providerId="ADAL" clId="{CBA3CA4E-5935-47DA-AEA8-6A6125F6A055}" dt="2024-09-24T12:21:53.999" v="2357" actId="20577"/>
          <ac:spMkLst>
            <pc:docMk/>
            <pc:sldMk cId="3600381549" sldId="491"/>
            <ac:spMk id="7" creationId="{F3C70F66-752C-B6E6-3E1F-A6AFB3F67AA4}"/>
          </ac:spMkLst>
        </pc:spChg>
      </pc:sldChg>
      <pc:sldChg chg="ord">
        <pc:chgData name="Martin Siemienski Andersen" userId="3e5b9027-db81-4bdb-8ff3-173865797b46" providerId="ADAL" clId="{CBA3CA4E-5935-47DA-AEA8-6A6125F6A055}" dt="2024-09-24T11:56:20.834" v="1922"/>
        <pc:sldMkLst>
          <pc:docMk/>
          <pc:sldMk cId="3859974388" sldId="492"/>
        </pc:sldMkLst>
      </pc:sldChg>
      <pc:sldChg chg="modSp mod">
        <pc:chgData name="Martin Siemienski Andersen" userId="3e5b9027-db81-4bdb-8ff3-173865797b46" providerId="ADAL" clId="{CBA3CA4E-5935-47DA-AEA8-6A6125F6A055}" dt="2024-09-24T12:01:58.858" v="2054" actId="20577"/>
        <pc:sldMkLst>
          <pc:docMk/>
          <pc:sldMk cId="3850754048" sldId="493"/>
        </pc:sldMkLst>
        <pc:spChg chg="mod">
          <ac:chgData name="Martin Siemienski Andersen" userId="3e5b9027-db81-4bdb-8ff3-173865797b46" providerId="ADAL" clId="{CBA3CA4E-5935-47DA-AEA8-6A6125F6A055}" dt="2024-09-24T12:01:58.858" v="2054" actId="20577"/>
          <ac:spMkLst>
            <pc:docMk/>
            <pc:sldMk cId="3850754048" sldId="493"/>
            <ac:spMk id="5" creationId="{8298025D-B850-4D0E-9A64-A0C16F9B265B}"/>
          </ac:spMkLst>
        </pc:spChg>
      </pc:sldChg>
      <pc:sldChg chg="addSp delSp modSp new del mod setBg modClrScheme chgLayout">
        <pc:chgData name="Martin Siemienski Andersen" userId="3e5b9027-db81-4bdb-8ff3-173865797b46" providerId="ADAL" clId="{CBA3CA4E-5935-47DA-AEA8-6A6125F6A055}" dt="2024-09-24T12:04:32.061" v="2059" actId="47"/>
        <pc:sldMkLst>
          <pc:docMk/>
          <pc:sldMk cId="2069219361" sldId="494"/>
        </pc:sldMkLst>
        <pc:spChg chg="del mod ord">
          <ac:chgData name="Martin Siemienski Andersen" userId="3e5b9027-db81-4bdb-8ff3-173865797b46" providerId="ADAL" clId="{CBA3CA4E-5935-47DA-AEA8-6A6125F6A055}" dt="2024-09-24T11:08:26.963" v="7" actId="700"/>
          <ac:spMkLst>
            <pc:docMk/>
            <pc:sldMk cId="2069219361" sldId="494"/>
            <ac:spMk id="2" creationId="{71876A6A-2415-109F-CBCD-D08B26E8E3CD}"/>
          </ac:spMkLst>
        </pc:spChg>
        <pc:spChg chg="del mod ord">
          <ac:chgData name="Martin Siemienski Andersen" userId="3e5b9027-db81-4bdb-8ff3-173865797b46" providerId="ADAL" clId="{CBA3CA4E-5935-47DA-AEA8-6A6125F6A055}" dt="2024-09-24T11:08:26.963" v="7" actId="700"/>
          <ac:spMkLst>
            <pc:docMk/>
            <pc:sldMk cId="2069219361" sldId="494"/>
            <ac:spMk id="3" creationId="{760D87D9-5683-0558-FAA9-6204A6FAA679}"/>
          </ac:spMkLst>
        </pc:spChg>
        <pc:spChg chg="del mod ord">
          <ac:chgData name="Martin Siemienski Andersen" userId="3e5b9027-db81-4bdb-8ff3-173865797b46" providerId="ADAL" clId="{CBA3CA4E-5935-47DA-AEA8-6A6125F6A055}" dt="2024-09-24T11:08:26.963" v="7" actId="700"/>
          <ac:spMkLst>
            <pc:docMk/>
            <pc:sldMk cId="2069219361" sldId="494"/>
            <ac:spMk id="4" creationId="{667656F5-38BE-58AD-A16D-F42129B18897}"/>
          </ac:spMkLst>
        </pc:spChg>
        <pc:spChg chg="add mod ord">
          <ac:chgData name="Martin Siemienski Andersen" userId="3e5b9027-db81-4bdb-8ff3-173865797b46" providerId="ADAL" clId="{CBA3CA4E-5935-47DA-AEA8-6A6125F6A055}" dt="2024-09-24T11:11:51.925" v="229" actId="700"/>
          <ac:spMkLst>
            <pc:docMk/>
            <pc:sldMk cId="2069219361" sldId="494"/>
            <ac:spMk id="5" creationId="{AF267EBF-7E4A-5A3B-2976-C084655478A9}"/>
          </ac:spMkLst>
        </pc:spChg>
        <pc:spChg chg="add del mod ord">
          <ac:chgData name="Martin Siemienski Andersen" userId="3e5b9027-db81-4bdb-8ff3-173865797b46" providerId="ADAL" clId="{CBA3CA4E-5935-47DA-AEA8-6A6125F6A055}" dt="2024-09-24T11:11:51.925" v="229" actId="700"/>
          <ac:spMkLst>
            <pc:docMk/>
            <pc:sldMk cId="2069219361" sldId="494"/>
            <ac:spMk id="6" creationId="{70E2AB4A-C3EC-F239-1EE2-BD6F72ADC648}"/>
          </ac:spMkLst>
        </pc:spChg>
        <pc:spChg chg="add mod ord">
          <ac:chgData name="Martin Siemienski Andersen" userId="3e5b9027-db81-4bdb-8ff3-173865797b46" providerId="ADAL" clId="{CBA3CA4E-5935-47DA-AEA8-6A6125F6A055}" dt="2024-09-24T11:23:35.017" v="1130" actId="27636"/>
          <ac:spMkLst>
            <pc:docMk/>
            <pc:sldMk cId="2069219361" sldId="494"/>
            <ac:spMk id="7" creationId="{8CF246BF-C387-D821-08B4-0A520F795662}"/>
          </ac:spMkLst>
        </pc:spChg>
      </pc:sldChg>
      <pc:sldChg chg="delSp modSp add del mod ord setBg modClrScheme chgLayout">
        <pc:chgData name="Martin Siemienski Andersen" userId="3e5b9027-db81-4bdb-8ff3-173865797b46" providerId="ADAL" clId="{CBA3CA4E-5935-47DA-AEA8-6A6125F6A055}" dt="2024-09-24T11:55:35.124" v="1920" actId="47"/>
        <pc:sldMkLst>
          <pc:docMk/>
          <pc:sldMk cId="2984420821" sldId="495"/>
        </pc:sldMkLst>
        <pc:spChg chg="mod ord">
          <ac:chgData name="Martin Siemienski Andersen" userId="3e5b9027-db81-4bdb-8ff3-173865797b46" providerId="ADAL" clId="{CBA3CA4E-5935-47DA-AEA8-6A6125F6A055}" dt="2024-09-24T11:11:55.816" v="230" actId="700"/>
          <ac:spMkLst>
            <pc:docMk/>
            <pc:sldMk cId="2984420821" sldId="495"/>
            <ac:spMk id="5" creationId="{AF267EBF-7E4A-5A3B-2976-C084655478A9}"/>
          </ac:spMkLst>
        </pc:spChg>
        <pc:spChg chg="del">
          <ac:chgData name="Martin Siemienski Andersen" userId="3e5b9027-db81-4bdb-8ff3-173865797b46" providerId="ADAL" clId="{CBA3CA4E-5935-47DA-AEA8-6A6125F6A055}" dt="2024-09-24T11:11:55.816" v="230" actId="700"/>
          <ac:spMkLst>
            <pc:docMk/>
            <pc:sldMk cId="2984420821" sldId="495"/>
            <ac:spMk id="6" creationId="{70E2AB4A-C3EC-F239-1EE2-BD6F72ADC648}"/>
          </ac:spMkLst>
        </pc:spChg>
        <pc:spChg chg="mod ord">
          <ac:chgData name="Martin Siemienski Andersen" userId="3e5b9027-db81-4bdb-8ff3-173865797b46" providerId="ADAL" clId="{CBA3CA4E-5935-47DA-AEA8-6A6125F6A055}" dt="2024-09-24T11:12:16.696" v="235" actId="20577"/>
          <ac:spMkLst>
            <pc:docMk/>
            <pc:sldMk cId="2984420821" sldId="495"/>
            <ac:spMk id="7" creationId="{8CF246BF-C387-D821-08B4-0A520F795662}"/>
          </ac:spMkLst>
        </pc:spChg>
      </pc:sldChg>
      <pc:sldChg chg="addSp delSp modSp add mod setBg modClrScheme chgLayout">
        <pc:chgData name="Martin Siemienski Andersen" userId="3e5b9027-db81-4bdb-8ff3-173865797b46" providerId="ADAL" clId="{CBA3CA4E-5935-47DA-AEA8-6A6125F6A055}" dt="2024-09-24T12:05:15.821" v="2062" actId="14100"/>
        <pc:sldMkLst>
          <pc:docMk/>
          <pc:sldMk cId="2445898026" sldId="496"/>
        </pc:sldMkLst>
        <pc:spChg chg="add del mod ord">
          <ac:chgData name="Martin Siemienski Andersen" userId="3e5b9027-db81-4bdb-8ff3-173865797b46" providerId="ADAL" clId="{CBA3CA4E-5935-47DA-AEA8-6A6125F6A055}" dt="2024-09-24T11:31:09.259" v="1448"/>
          <ac:spMkLst>
            <pc:docMk/>
            <pc:sldMk cId="2445898026" sldId="496"/>
            <ac:spMk id="2" creationId="{6C8441CC-A724-B5E9-DDEF-B5D2976217C2}"/>
          </ac:spMkLst>
        </pc:spChg>
        <pc:spChg chg="mod ord">
          <ac:chgData name="Martin Siemienski Andersen" userId="3e5b9027-db81-4bdb-8ff3-173865797b46" providerId="ADAL" clId="{CBA3CA4E-5935-47DA-AEA8-6A6125F6A055}" dt="2024-09-24T12:05:15.821" v="2062" actId="14100"/>
          <ac:spMkLst>
            <pc:docMk/>
            <pc:sldMk cId="2445898026" sldId="496"/>
            <ac:spMk id="5" creationId="{AF267EBF-7E4A-5A3B-2976-C084655478A9}"/>
          </ac:spMkLst>
        </pc:spChg>
        <pc:spChg chg="del">
          <ac:chgData name="Martin Siemienski Andersen" userId="3e5b9027-db81-4bdb-8ff3-173865797b46" providerId="ADAL" clId="{CBA3CA4E-5935-47DA-AEA8-6A6125F6A055}" dt="2024-09-24T11:11:59.359" v="231" actId="700"/>
          <ac:spMkLst>
            <pc:docMk/>
            <pc:sldMk cId="2445898026" sldId="496"/>
            <ac:spMk id="6" creationId="{70E2AB4A-C3EC-F239-1EE2-BD6F72ADC648}"/>
          </ac:spMkLst>
        </pc:spChg>
        <pc:spChg chg="mod ord">
          <ac:chgData name="Martin Siemienski Andersen" userId="3e5b9027-db81-4bdb-8ff3-173865797b46" providerId="ADAL" clId="{CBA3CA4E-5935-47DA-AEA8-6A6125F6A055}" dt="2024-09-24T12:05:03.551" v="2061" actId="6549"/>
          <ac:spMkLst>
            <pc:docMk/>
            <pc:sldMk cId="2445898026" sldId="496"/>
            <ac:spMk id="7" creationId="{8CF246BF-C387-D821-08B4-0A520F795662}"/>
          </ac:spMkLst>
        </pc:spChg>
        <pc:picChg chg="add del mod">
          <ac:chgData name="Martin Siemienski Andersen" userId="3e5b9027-db81-4bdb-8ff3-173865797b46" providerId="ADAL" clId="{CBA3CA4E-5935-47DA-AEA8-6A6125F6A055}" dt="2024-09-24T11:31:07.974" v="1447" actId="21"/>
          <ac:picMkLst>
            <pc:docMk/>
            <pc:sldMk cId="2445898026" sldId="496"/>
            <ac:picMk id="4" creationId="{BE192BFA-93A7-587B-41DC-2D1355AE1537}"/>
          </ac:picMkLst>
        </pc:picChg>
        <pc:picChg chg="add mod">
          <ac:chgData name="Martin Siemienski Andersen" userId="3e5b9027-db81-4bdb-8ff3-173865797b46" providerId="ADAL" clId="{CBA3CA4E-5935-47DA-AEA8-6A6125F6A055}" dt="2024-09-24T11:31:09.259" v="1448"/>
          <ac:picMkLst>
            <pc:docMk/>
            <pc:sldMk cId="2445898026" sldId="496"/>
            <ac:picMk id="8" creationId="{BE192BFA-93A7-587B-41DC-2D1355AE1537}"/>
          </ac:picMkLst>
        </pc:picChg>
      </pc:sldChg>
      <pc:sldChg chg="add setBg">
        <pc:chgData name="Martin Siemienski Andersen" userId="3e5b9027-db81-4bdb-8ff3-173865797b46" providerId="ADAL" clId="{CBA3CA4E-5935-47DA-AEA8-6A6125F6A055}" dt="2024-09-24T12:04:09.476" v="2058"/>
        <pc:sldMkLst>
          <pc:docMk/>
          <pc:sldMk cId="720735116" sldId="497"/>
        </pc:sldMkLst>
      </pc:sldChg>
      <pc:sldChg chg="add del">
        <pc:chgData name="Martin Siemienski Andersen" userId="3e5b9027-db81-4bdb-8ff3-173865797b46" providerId="ADAL" clId="{CBA3CA4E-5935-47DA-AEA8-6A6125F6A055}" dt="2024-09-24T11:09:41.265" v="63" actId="47"/>
        <pc:sldMkLst>
          <pc:docMk/>
          <pc:sldMk cId="1614643821" sldId="497"/>
        </pc:sldMkLst>
      </pc:sldChg>
      <pc:sldChg chg="addSp delSp modSp new mod modClrScheme chgLayout">
        <pc:chgData name="Martin Siemienski Andersen" userId="3e5b9027-db81-4bdb-8ff3-173865797b46" providerId="ADAL" clId="{CBA3CA4E-5935-47DA-AEA8-6A6125F6A055}" dt="2024-09-24T12:15:34.888" v="2212" actId="5793"/>
        <pc:sldMkLst>
          <pc:docMk/>
          <pc:sldMk cId="2698411917" sldId="498"/>
        </pc:sldMkLst>
        <pc:spChg chg="del mod ord">
          <ac:chgData name="Martin Siemienski Andersen" userId="3e5b9027-db81-4bdb-8ff3-173865797b46" providerId="ADAL" clId="{CBA3CA4E-5935-47DA-AEA8-6A6125F6A055}" dt="2024-09-24T12:12:28.789" v="2161" actId="700"/>
          <ac:spMkLst>
            <pc:docMk/>
            <pc:sldMk cId="2698411917" sldId="498"/>
            <ac:spMk id="2" creationId="{71137557-D06C-7F01-A667-BBF40864E254}"/>
          </ac:spMkLst>
        </pc:spChg>
        <pc:spChg chg="mod ord">
          <ac:chgData name="Martin Siemienski Andersen" userId="3e5b9027-db81-4bdb-8ff3-173865797b46" providerId="ADAL" clId="{CBA3CA4E-5935-47DA-AEA8-6A6125F6A055}" dt="2024-09-24T12:12:28.789" v="2161" actId="700"/>
          <ac:spMkLst>
            <pc:docMk/>
            <pc:sldMk cId="2698411917" sldId="498"/>
            <ac:spMk id="3" creationId="{F8934953-D6D5-67B6-8FD6-D32E0C704133}"/>
          </ac:spMkLst>
        </pc:spChg>
        <pc:spChg chg="del mod ord">
          <ac:chgData name="Martin Siemienski Andersen" userId="3e5b9027-db81-4bdb-8ff3-173865797b46" providerId="ADAL" clId="{CBA3CA4E-5935-47DA-AEA8-6A6125F6A055}" dt="2024-09-24T12:12:28.789" v="2161" actId="700"/>
          <ac:spMkLst>
            <pc:docMk/>
            <pc:sldMk cId="2698411917" sldId="498"/>
            <ac:spMk id="4" creationId="{53E4276D-00DC-428E-CC16-D1FE6ABFE3F6}"/>
          </ac:spMkLst>
        </pc:spChg>
        <pc:spChg chg="del mod ord">
          <ac:chgData name="Martin Siemienski Andersen" userId="3e5b9027-db81-4bdb-8ff3-173865797b46" providerId="ADAL" clId="{CBA3CA4E-5935-47DA-AEA8-6A6125F6A055}" dt="2024-09-24T12:12:28.789" v="2161" actId="700"/>
          <ac:spMkLst>
            <pc:docMk/>
            <pc:sldMk cId="2698411917" sldId="498"/>
            <ac:spMk id="5" creationId="{102B73DD-321F-D0FD-4638-117C881F10E1}"/>
          </ac:spMkLst>
        </pc:spChg>
        <pc:spChg chg="add mod ord">
          <ac:chgData name="Martin Siemienski Andersen" userId="3e5b9027-db81-4bdb-8ff3-173865797b46" providerId="ADAL" clId="{CBA3CA4E-5935-47DA-AEA8-6A6125F6A055}" dt="2024-09-24T12:12:36.108" v="2176" actId="20577"/>
          <ac:spMkLst>
            <pc:docMk/>
            <pc:sldMk cId="2698411917" sldId="498"/>
            <ac:spMk id="6" creationId="{91BFAE3D-C258-5A98-6BD2-159F0F56CC85}"/>
          </ac:spMkLst>
        </pc:spChg>
        <pc:spChg chg="add mod ord">
          <ac:chgData name="Martin Siemienski Andersen" userId="3e5b9027-db81-4bdb-8ff3-173865797b46" providerId="ADAL" clId="{CBA3CA4E-5935-47DA-AEA8-6A6125F6A055}" dt="2024-09-24T12:15:34.888" v="2212" actId="5793"/>
          <ac:spMkLst>
            <pc:docMk/>
            <pc:sldMk cId="2698411917" sldId="498"/>
            <ac:spMk id="7" creationId="{51A896A4-6FF4-979A-65C5-1EEAD95599EA}"/>
          </ac:spMkLst>
        </pc:spChg>
        <pc:spChg chg="add mod ord">
          <ac:chgData name="Martin Siemienski Andersen" userId="3e5b9027-db81-4bdb-8ff3-173865797b46" providerId="ADAL" clId="{CBA3CA4E-5935-47DA-AEA8-6A6125F6A055}" dt="2024-09-24T12:15:21.477" v="2192" actId="12"/>
          <ac:spMkLst>
            <pc:docMk/>
            <pc:sldMk cId="2698411917" sldId="498"/>
            <ac:spMk id="8" creationId="{9F4E72E0-8D82-6730-FE3E-33EFE32FEFD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224F16D-E4C0-4250-9EFA-7C747A39F793}">
      <dgm:prSet phldrT="[Tekst]" custT="1"/>
      <dgm:spPr/>
      <dgm:t>
        <a:bodyPr/>
        <a:lstStyle/>
        <a:p>
          <a:r>
            <a:rPr lang="en-US" sz="1400" noProof="0" dirty="0">
              <a:latin typeface="Consolas" panose="020B0609020204030204" pitchFamily="49" charset="0"/>
            </a:rPr>
            <a:t>C Data types</a:t>
          </a:r>
        </a:p>
      </dgm:t>
    </dgm:pt>
    <dgm:pt modelId="{4764781C-0A7E-437D-A5A3-7FE315335671}" type="parTrans" cxnId="{F2DF25CF-E234-4694-9020-0531F3A42D4A}">
      <dgm:prSet/>
      <dgm:spPr/>
      <dgm:t>
        <a:bodyPr/>
        <a:lstStyle/>
        <a:p>
          <a:endParaRPr lang="en-US" sz="1400" noProof="0" dirty="0">
            <a:latin typeface="Consolas" panose="020B0609020204030204" pitchFamily="49" charset="0"/>
          </a:endParaRPr>
        </a:p>
      </dgm:t>
    </dgm:pt>
    <dgm:pt modelId="{2E392CA9-FC57-4CCD-9FAE-221D640476DC}" type="sibTrans" cxnId="{F2DF25CF-E234-4694-9020-0531F3A42D4A}">
      <dgm:prSet/>
      <dgm:spPr/>
      <dgm:t>
        <a:bodyPr/>
        <a:lstStyle/>
        <a:p>
          <a:endParaRPr lang="en-US" sz="1400" noProof="0" dirty="0">
            <a:latin typeface="Consolas" panose="020B0609020204030204" pitchFamily="49" charset="0"/>
          </a:endParaRPr>
        </a:p>
      </dgm:t>
    </dgm:pt>
    <dgm:pt modelId="{633632CF-3971-4DAE-9D7B-30F94F90EF74}">
      <dgm:prSet phldrT="[Tekst]" custT="1"/>
      <dgm:spPr/>
      <dgm:t>
        <a:bodyPr/>
        <a:lstStyle/>
        <a:p>
          <a:r>
            <a:rPr lang="en-US" sz="1400" noProof="0" dirty="0">
              <a:latin typeface="Consolas" panose="020B0609020204030204" pitchFamily="49" charset="0"/>
            </a:rPr>
            <a:t>Void </a:t>
          </a:r>
          <a:br>
            <a:rPr lang="en-US" sz="1400" noProof="0" dirty="0">
              <a:latin typeface="Consolas" panose="020B0609020204030204" pitchFamily="49" charset="0"/>
            </a:rPr>
          </a:br>
          <a:r>
            <a:rPr lang="en-US" sz="1400" noProof="0" dirty="0">
              <a:latin typeface="Consolas" panose="020B0609020204030204" pitchFamily="49" charset="0"/>
            </a:rPr>
            <a:t>data type</a:t>
          </a:r>
        </a:p>
      </dgm:t>
    </dgm:pt>
    <dgm:pt modelId="{5BA73491-6D8F-4D54-8C22-ED9718E8C773}" type="parTrans" cxnId="{BC8E6780-3FC5-4C5B-B5F0-A3B95D6AD797}">
      <dgm:prSet/>
      <dgm:spPr/>
      <dgm:t>
        <a:bodyPr/>
        <a:lstStyle/>
        <a:p>
          <a:endParaRPr lang="en-US" sz="1400" noProof="0" dirty="0">
            <a:latin typeface="Consolas" panose="020B0609020204030204" pitchFamily="49" charset="0"/>
          </a:endParaRPr>
        </a:p>
      </dgm:t>
    </dgm:pt>
    <dgm:pt modelId="{D3D2AE8F-62FA-4DE6-9400-38E384816E25}" type="sibTrans" cxnId="{BC8E6780-3FC5-4C5B-B5F0-A3B95D6AD797}">
      <dgm:prSet/>
      <dgm:spPr/>
      <dgm:t>
        <a:bodyPr/>
        <a:lstStyle/>
        <a:p>
          <a:endParaRPr lang="en-US" sz="1400" noProof="0" dirty="0">
            <a:latin typeface="Consolas" panose="020B0609020204030204" pitchFamily="49" charset="0"/>
          </a:endParaRPr>
        </a:p>
      </dgm:t>
    </dgm:pt>
    <dgm:pt modelId="{A4AA5E78-2E83-4F60-8055-685BC550D62A}">
      <dgm:prSet phldrT="[Tekst]" custT="1"/>
      <dgm:spPr/>
      <dgm:t>
        <a:bodyPr/>
        <a:lstStyle/>
        <a:p>
          <a:r>
            <a:rPr lang="en-US" sz="1400" noProof="0" dirty="0">
              <a:latin typeface="Consolas" panose="020B0609020204030204" pitchFamily="49" charset="0"/>
            </a:rPr>
            <a:t>Fundamental </a:t>
          </a:r>
          <a:br>
            <a:rPr lang="en-US" sz="1400" noProof="0" dirty="0">
              <a:latin typeface="Consolas" panose="020B0609020204030204" pitchFamily="49" charset="0"/>
            </a:rPr>
          </a:br>
          <a:r>
            <a:rPr lang="en-US" sz="1400" noProof="0" dirty="0">
              <a:latin typeface="Consolas" panose="020B0609020204030204" pitchFamily="49" charset="0"/>
            </a:rPr>
            <a:t>data type</a:t>
          </a:r>
        </a:p>
      </dgm:t>
    </dgm:pt>
    <dgm:pt modelId="{88CF5CEC-22C5-4BBA-8046-80EB3D1D5343}" type="parTrans" cxnId="{278D86BD-DD72-4BE8-B251-CC7ACEE349AC}">
      <dgm:prSet/>
      <dgm:spPr/>
      <dgm:t>
        <a:bodyPr/>
        <a:lstStyle/>
        <a:p>
          <a:endParaRPr lang="en-US" sz="1400" noProof="0" dirty="0">
            <a:latin typeface="Consolas" panose="020B0609020204030204" pitchFamily="49" charset="0"/>
          </a:endParaRPr>
        </a:p>
      </dgm:t>
    </dgm:pt>
    <dgm:pt modelId="{240E04B3-7F9A-4CAC-AA69-24A02A09EAF4}" type="sibTrans" cxnId="{278D86BD-DD72-4BE8-B251-CC7ACEE349AC}">
      <dgm:prSet/>
      <dgm:spPr/>
      <dgm:t>
        <a:bodyPr/>
        <a:lstStyle/>
        <a:p>
          <a:endParaRPr lang="en-US" sz="1400" noProof="0" dirty="0">
            <a:latin typeface="Consolas" panose="020B0609020204030204" pitchFamily="49" charset="0"/>
          </a:endParaRPr>
        </a:p>
      </dgm:t>
    </dgm:pt>
    <dgm:pt modelId="{1E34E429-3B1C-474D-9623-B03C5A0898DC}">
      <dgm:prSet phldrT="[Tekst]" custT="1"/>
      <dgm:spPr/>
      <dgm:t>
        <a:bodyPr/>
        <a:lstStyle/>
        <a:p>
          <a:r>
            <a:rPr lang="en-US" sz="1400" noProof="0" dirty="0">
              <a:latin typeface="Consolas" panose="020B0609020204030204" pitchFamily="49" charset="0"/>
            </a:rPr>
            <a:t>Derived </a:t>
          </a:r>
          <a:br>
            <a:rPr lang="en-US" sz="1400" noProof="0" dirty="0">
              <a:latin typeface="Consolas" panose="020B0609020204030204" pitchFamily="49" charset="0"/>
            </a:rPr>
          </a:br>
          <a:r>
            <a:rPr lang="en-US" sz="1400" noProof="0" dirty="0">
              <a:latin typeface="Consolas" panose="020B0609020204030204" pitchFamily="49" charset="0"/>
            </a:rPr>
            <a:t>data type</a:t>
          </a:r>
        </a:p>
      </dgm:t>
    </dgm:pt>
    <dgm:pt modelId="{4F7FBD52-D6A1-4338-9771-F2002E5F6B75}" type="parTrans" cxnId="{807EA633-E7DE-4E18-BA8E-0A3EAA0C411A}">
      <dgm:prSet/>
      <dgm:spPr/>
      <dgm:t>
        <a:bodyPr/>
        <a:lstStyle/>
        <a:p>
          <a:endParaRPr lang="en-US" sz="1400" noProof="0" dirty="0">
            <a:latin typeface="Consolas" panose="020B0609020204030204" pitchFamily="49" charset="0"/>
          </a:endParaRPr>
        </a:p>
      </dgm:t>
    </dgm:pt>
    <dgm:pt modelId="{252ADE1E-C336-44E3-B1D6-1F82450F38D6}" type="sibTrans" cxnId="{807EA633-E7DE-4E18-BA8E-0A3EAA0C411A}">
      <dgm:prSet/>
      <dgm:spPr/>
      <dgm:t>
        <a:bodyPr/>
        <a:lstStyle/>
        <a:p>
          <a:endParaRPr lang="en-US" sz="1400" noProof="0" dirty="0">
            <a:latin typeface="Consolas" panose="020B0609020204030204" pitchFamily="49" charset="0"/>
          </a:endParaRPr>
        </a:p>
      </dgm:t>
    </dgm:pt>
    <dgm:pt modelId="{BC0BE655-0F5F-495D-9A00-DAC06F460A34}">
      <dgm:prSet phldrT="[Tekst]" custT="1"/>
      <dgm:spPr/>
      <dgm:t>
        <a:bodyPr/>
        <a:lstStyle/>
        <a:p>
          <a:r>
            <a:rPr lang="en-US" sz="1400" noProof="0" dirty="0">
              <a:latin typeface="Consolas" panose="020B0609020204030204" pitchFamily="49" charset="0"/>
            </a:rPr>
            <a:t>User-defined </a:t>
          </a:r>
          <a:br>
            <a:rPr lang="en-US" sz="1400" noProof="0" dirty="0">
              <a:latin typeface="Consolas" panose="020B0609020204030204" pitchFamily="49" charset="0"/>
            </a:rPr>
          </a:br>
          <a:r>
            <a:rPr lang="en-US" sz="1400" noProof="0" dirty="0">
              <a:latin typeface="Consolas" panose="020B0609020204030204" pitchFamily="49" charset="0"/>
            </a:rPr>
            <a:t>data type</a:t>
          </a:r>
        </a:p>
      </dgm:t>
    </dgm:pt>
    <dgm:pt modelId="{334B7B4A-A0EC-4BE3-BD57-2D500CC655D9}" type="parTrans" cxnId="{5874247F-2422-4E47-8E05-B8808B53F5C9}">
      <dgm:prSet/>
      <dgm:spPr/>
      <dgm:t>
        <a:bodyPr/>
        <a:lstStyle/>
        <a:p>
          <a:endParaRPr lang="en-US" sz="1400" noProof="0" dirty="0">
            <a:latin typeface="Consolas" panose="020B0609020204030204" pitchFamily="49" charset="0"/>
          </a:endParaRPr>
        </a:p>
      </dgm:t>
    </dgm:pt>
    <dgm:pt modelId="{B44FBCDD-38D0-4763-9095-FA316015ED4F}" type="sibTrans" cxnId="{5874247F-2422-4E47-8E05-B8808B53F5C9}">
      <dgm:prSet/>
      <dgm:spPr/>
      <dgm:t>
        <a:bodyPr/>
        <a:lstStyle/>
        <a:p>
          <a:endParaRPr lang="en-US" sz="1400" noProof="0" dirty="0">
            <a:latin typeface="Consolas" panose="020B0609020204030204" pitchFamily="49" charset="0"/>
          </a:endParaRPr>
        </a:p>
      </dgm:t>
    </dgm:pt>
    <dgm:pt modelId="{9C26E6AD-47AB-46A2-B2EA-EF1F57DFDC1B}">
      <dgm:prSet phldrT="[Tekst]" custT="1"/>
      <dgm:spPr/>
      <dgm:t>
        <a:bodyPr/>
        <a:lstStyle/>
        <a:p>
          <a:r>
            <a:rPr lang="en-US" sz="1400" noProof="0" dirty="0">
              <a:latin typeface="Consolas" panose="020B0609020204030204" pitchFamily="49" charset="0"/>
            </a:rPr>
            <a:t>void</a:t>
          </a:r>
        </a:p>
      </dgm:t>
    </dgm:pt>
    <dgm:pt modelId="{F77BA94F-5F5A-4244-B671-7D147C089B9A}" type="parTrans" cxnId="{5A22C309-0586-4676-BBD3-0E8848D1186D}">
      <dgm:prSet/>
      <dgm:spPr/>
      <dgm:t>
        <a:bodyPr/>
        <a:lstStyle/>
        <a:p>
          <a:endParaRPr lang="en-US" sz="1400" noProof="0" dirty="0">
            <a:latin typeface="Consolas" panose="020B0609020204030204" pitchFamily="49" charset="0"/>
          </a:endParaRPr>
        </a:p>
      </dgm:t>
    </dgm:pt>
    <dgm:pt modelId="{511E7827-8C48-4812-81C5-1BFB2F3AE3BA}" type="sibTrans" cxnId="{5A22C309-0586-4676-BBD3-0E8848D1186D}">
      <dgm:prSet/>
      <dgm:spPr/>
      <dgm:t>
        <a:bodyPr/>
        <a:lstStyle/>
        <a:p>
          <a:endParaRPr lang="en-US" sz="1400" noProof="0" dirty="0">
            <a:latin typeface="Consolas" panose="020B0609020204030204" pitchFamily="49" charset="0"/>
          </a:endParaRPr>
        </a:p>
      </dgm:t>
    </dgm:pt>
    <dgm:pt modelId="{D125D46D-5803-498C-8210-A47012081385}">
      <dgm:prSet phldrT="[Tekst]" custT="1"/>
      <dgm:spPr/>
      <dgm:t>
        <a:bodyPr/>
        <a:lstStyle/>
        <a:p>
          <a:r>
            <a:rPr lang="en-US" sz="1400" noProof="0" dirty="0">
              <a:solidFill>
                <a:srgbClr val="FFC000"/>
              </a:solidFill>
              <a:latin typeface="Consolas" panose="020B0609020204030204" pitchFamily="49" charset="0"/>
            </a:rPr>
            <a:t>char</a:t>
          </a:r>
        </a:p>
      </dgm:t>
    </dgm:pt>
    <dgm:pt modelId="{6C9F876D-C243-48CC-A6C6-3E603B596FCC}" type="sibTrans" cxnId="{2D0F2247-A216-40B8-8D4C-D1B2BE8034F2}">
      <dgm:prSet/>
      <dgm:spPr/>
      <dgm:t>
        <a:bodyPr/>
        <a:lstStyle/>
        <a:p>
          <a:endParaRPr lang="en-US" sz="1400" noProof="0" dirty="0">
            <a:latin typeface="Consolas" panose="020B0609020204030204" pitchFamily="49" charset="0"/>
          </a:endParaRPr>
        </a:p>
      </dgm:t>
    </dgm:pt>
    <dgm:pt modelId="{ECBAC60C-C54E-43D5-B4DD-7D03D17F79BB}" type="parTrans" cxnId="{2D0F2247-A216-40B8-8D4C-D1B2BE8034F2}">
      <dgm:prSet/>
      <dgm:spPr/>
      <dgm:t>
        <a:bodyPr/>
        <a:lstStyle/>
        <a:p>
          <a:endParaRPr lang="en-US" sz="1400" noProof="0" dirty="0">
            <a:latin typeface="Consolas" panose="020B0609020204030204" pitchFamily="49" charset="0"/>
          </a:endParaRPr>
        </a:p>
      </dgm:t>
    </dgm:pt>
    <dgm:pt modelId="{789381F5-38E8-4D18-8E95-BD320E8E1B63}">
      <dgm:prSet phldrT="[Tekst]" custT="1"/>
      <dgm:spPr>
        <a:solidFill>
          <a:srgbClr val="00B050"/>
        </a:solidFill>
      </dgm:spPr>
      <dgm:t>
        <a:bodyPr/>
        <a:lstStyle/>
        <a:p>
          <a:r>
            <a:rPr lang="en-US" sz="1400" noProof="0" dirty="0">
              <a:solidFill>
                <a:srgbClr val="FFFF00"/>
              </a:solidFill>
              <a:latin typeface="Consolas" panose="020B0609020204030204" pitchFamily="49" charset="0"/>
            </a:rPr>
            <a:t>int</a:t>
          </a:r>
        </a:p>
      </dgm:t>
    </dgm:pt>
    <dgm:pt modelId="{9A4EFD8F-03F9-4ED5-B373-EE8E6CEF662D}" type="parTrans" cxnId="{876981AD-75BF-4375-8BD3-A0DA1E9791A0}">
      <dgm:prSet/>
      <dgm:spPr/>
      <dgm:t>
        <a:bodyPr/>
        <a:lstStyle/>
        <a:p>
          <a:endParaRPr lang="en-US" sz="1400" noProof="0" dirty="0">
            <a:latin typeface="Consolas" panose="020B0609020204030204" pitchFamily="49" charset="0"/>
          </a:endParaRPr>
        </a:p>
      </dgm:t>
    </dgm:pt>
    <dgm:pt modelId="{3D2EC0CF-B602-45D2-9AD5-1644DD271D0F}" type="sibTrans" cxnId="{876981AD-75BF-4375-8BD3-A0DA1E9791A0}">
      <dgm:prSet/>
      <dgm:spPr/>
      <dgm:t>
        <a:bodyPr/>
        <a:lstStyle/>
        <a:p>
          <a:endParaRPr lang="en-US" sz="1400" noProof="0" dirty="0">
            <a:latin typeface="Consolas" panose="020B0609020204030204" pitchFamily="49" charset="0"/>
          </a:endParaRPr>
        </a:p>
      </dgm:t>
    </dgm:pt>
    <dgm:pt modelId="{F53F0496-01AD-40B1-BEC5-C28B736DB0ED}">
      <dgm:prSet phldrT="[Tekst]" custT="1"/>
      <dgm:spPr/>
      <dgm:t>
        <a:bodyPr/>
        <a:lstStyle/>
        <a:p>
          <a:r>
            <a:rPr lang="en-US" sz="1400" noProof="0" dirty="0">
              <a:latin typeface="Consolas" panose="020B0609020204030204" pitchFamily="49" charset="0"/>
            </a:rPr>
            <a:t>float</a:t>
          </a:r>
          <a:br>
            <a:rPr lang="en-US" sz="1400" noProof="0" dirty="0">
              <a:latin typeface="Consolas" panose="020B0609020204030204" pitchFamily="49" charset="0"/>
            </a:rPr>
          </a:br>
          <a:r>
            <a:rPr lang="en-US" sz="1400" noProof="0" dirty="0">
              <a:latin typeface="Consolas" panose="020B0609020204030204" pitchFamily="49" charset="0"/>
            </a:rPr>
            <a:t>double</a:t>
          </a:r>
          <a:br>
            <a:rPr lang="en-US" sz="1400" noProof="0" dirty="0">
              <a:latin typeface="Consolas" panose="020B0609020204030204" pitchFamily="49" charset="0"/>
            </a:rPr>
          </a:br>
          <a:r>
            <a:rPr lang="en-US" sz="1400" noProof="0" dirty="0">
              <a:latin typeface="Consolas" panose="020B0609020204030204" pitchFamily="49" charset="0"/>
            </a:rPr>
            <a:t>long double</a:t>
          </a:r>
        </a:p>
      </dgm:t>
    </dgm:pt>
    <dgm:pt modelId="{D64FE767-F5E9-4BFB-BD3F-EF4B418AB559}" type="parTrans" cxnId="{19AB12D5-191F-4D42-84DE-4F0B5F501851}">
      <dgm:prSet/>
      <dgm:spPr/>
      <dgm:t>
        <a:bodyPr/>
        <a:lstStyle/>
        <a:p>
          <a:endParaRPr lang="en-US" sz="1400" noProof="0" dirty="0">
            <a:latin typeface="Consolas" panose="020B0609020204030204" pitchFamily="49" charset="0"/>
          </a:endParaRPr>
        </a:p>
      </dgm:t>
    </dgm:pt>
    <dgm:pt modelId="{75047260-0C40-4E21-ACA0-4A586AC16CDB}" type="sibTrans" cxnId="{19AB12D5-191F-4D42-84DE-4F0B5F501851}">
      <dgm:prSet/>
      <dgm:spPr/>
      <dgm:t>
        <a:bodyPr/>
        <a:lstStyle/>
        <a:p>
          <a:endParaRPr lang="en-US" sz="1400" noProof="0" dirty="0">
            <a:latin typeface="Consolas" panose="020B0609020204030204" pitchFamily="49" charset="0"/>
          </a:endParaRPr>
        </a:p>
      </dgm:t>
    </dgm:pt>
    <dgm:pt modelId="{A14220CC-E46E-4BB5-A14B-0F59CA674199}">
      <dgm:prSet phldrT="[Tekst]" custT="1"/>
      <dgm:spPr/>
      <dgm:t>
        <a:bodyPr/>
        <a:lstStyle/>
        <a:p>
          <a:r>
            <a:rPr lang="en-US" sz="1400" noProof="0" dirty="0">
              <a:latin typeface="Consolas" panose="020B0609020204030204" pitchFamily="49" charset="0"/>
            </a:rPr>
            <a:t>array</a:t>
          </a:r>
        </a:p>
      </dgm:t>
    </dgm:pt>
    <dgm:pt modelId="{B088BEBF-AE62-4103-8EC7-80EA85259D7F}" type="parTrans" cxnId="{03DFE3FF-FA26-40CC-9B65-624CC6B53608}">
      <dgm:prSet/>
      <dgm:spPr/>
      <dgm:t>
        <a:bodyPr/>
        <a:lstStyle/>
        <a:p>
          <a:endParaRPr lang="en-US" sz="1400" noProof="0" dirty="0">
            <a:latin typeface="Consolas" panose="020B0609020204030204" pitchFamily="49" charset="0"/>
          </a:endParaRPr>
        </a:p>
      </dgm:t>
    </dgm:pt>
    <dgm:pt modelId="{3D14F5B7-8E45-416A-A422-19F15DB604C5}" type="sibTrans" cxnId="{03DFE3FF-FA26-40CC-9B65-624CC6B53608}">
      <dgm:prSet/>
      <dgm:spPr/>
      <dgm:t>
        <a:bodyPr/>
        <a:lstStyle/>
        <a:p>
          <a:endParaRPr lang="en-US" sz="1400" noProof="0" dirty="0">
            <a:latin typeface="Consolas" panose="020B0609020204030204" pitchFamily="49" charset="0"/>
          </a:endParaRPr>
        </a:p>
      </dgm:t>
    </dgm:pt>
    <dgm:pt modelId="{BBB973BF-374F-45C3-BF75-B52035C1DE6E}">
      <dgm:prSet phldrT="[Tekst]" custT="1"/>
      <dgm:spPr/>
      <dgm:t>
        <a:bodyPr/>
        <a:lstStyle/>
        <a:p>
          <a:r>
            <a:rPr lang="en-US" sz="1400" noProof="0" dirty="0">
              <a:latin typeface="Consolas" panose="020B0609020204030204" pitchFamily="49" charset="0"/>
            </a:rPr>
            <a:t>function</a:t>
          </a:r>
        </a:p>
      </dgm:t>
    </dgm:pt>
    <dgm:pt modelId="{D961172C-3169-4B55-9C6A-DC097164FDBC}" type="parTrans" cxnId="{BA7EECDA-3A94-4D4F-B95F-8EDBD56747C8}">
      <dgm:prSet/>
      <dgm:spPr/>
      <dgm:t>
        <a:bodyPr/>
        <a:lstStyle/>
        <a:p>
          <a:endParaRPr lang="en-US" sz="1400" noProof="0" dirty="0">
            <a:latin typeface="Consolas" panose="020B0609020204030204" pitchFamily="49" charset="0"/>
          </a:endParaRPr>
        </a:p>
      </dgm:t>
    </dgm:pt>
    <dgm:pt modelId="{A05627AB-B3CC-42D1-A0FF-7108ABE6D538}" type="sibTrans" cxnId="{BA7EECDA-3A94-4D4F-B95F-8EDBD56747C8}">
      <dgm:prSet/>
      <dgm:spPr/>
      <dgm:t>
        <a:bodyPr/>
        <a:lstStyle/>
        <a:p>
          <a:endParaRPr lang="en-US" sz="1400" noProof="0" dirty="0">
            <a:latin typeface="Consolas" panose="020B0609020204030204" pitchFamily="49" charset="0"/>
          </a:endParaRPr>
        </a:p>
      </dgm:t>
    </dgm:pt>
    <dgm:pt modelId="{543DDDD4-A254-46F6-8D3E-EDB3CEE932BD}">
      <dgm:prSet phldrT="[Tekst]" custT="1"/>
      <dgm:spPr/>
      <dgm:t>
        <a:bodyPr/>
        <a:lstStyle/>
        <a:p>
          <a:r>
            <a:rPr lang="en-US" sz="1400" noProof="0" dirty="0">
              <a:latin typeface="Consolas" panose="020B0609020204030204" pitchFamily="49" charset="0"/>
            </a:rPr>
            <a:t>pointer</a:t>
          </a:r>
        </a:p>
      </dgm:t>
    </dgm:pt>
    <dgm:pt modelId="{BEB58063-F3B9-4C73-8DB1-118C595907F4}" type="parTrans" cxnId="{B1DE79DA-F059-4605-BC83-1DB9EDE033CF}">
      <dgm:prSet/>
      <dgm:spPr/>
      <dgm:t>
        <a:bodyPr/>
        <a:lstStyle/>
        <a:p>
          <a:endParaRPr lang="en-US" sz="1400" noProof="0" dirty="0">
            <a:latin typeface="Consolas" panose="020B0609020204030204" pitchFamily="49" charset="0"/>
          </a:endParaRPr>
        </a:p>
      </dgm:t>
    </dgm:pt>
    <dgm:pt modelId="{7913EC47-35F6-4703-824D-12D93D476D09}" type="sibTrans" cxnId="{B1DE79DA-F059-4605-BC83-1DB9EDE033CF}">
      <dgm:prSet/>
      <dgm:spPr/>
      <dgm:t>
        <a:bodyPr/>
        <a:lstStyle/>
        <a:p>
          <a:endParaRPr lang="en-US" sz="1400" noProof="0" dirty="0">
            <a:latin typeface="Consolas" panose="020B0609020204030204" pitchFamily="49" charset="0"/>
          </a:endParaRPr>
        </a:p>
      </dgm:t>
    </dgm:pt>
    <dgm:pt modelId="{743610C1-9835-4646-A186-61AF59C69A49}">
      <dgm:prSet phldrT="[Tekst]" custT="1"/>
      <dgm:spPr/>
      <dgm:t>
        <a:bodyPr/>
        <a:lstStyle/>
        <a:p>
          <a:r>
            <a:rPr lang="en-US" sz="1400" noProof="0" dirty="0">
              <a:latin typeface="Consolas" panose="020B0609020204030204" pitchFamily="49" charset="0"/>
            </a:rPr>
            <a:t>structure</a:t>
          </a:r>
        </a:p>
      </dgm:t>
    </dgm:pt>
    <dgm:pt modelId="{6EDA1C38-4764-4423-8060-5ED8CCC0F01A}" type="parTrans" cxnId="{EE8F14E8-23AD-46BF-8DB9-EB490DF860F0}">
      <dgm:prSet/>
      <dgm:spPr/>
      <dgm:t>
        <a:bodyPr/>
        <a:lstStyle/>
        <a:p>
          <a:endParaRPr lang="en-US" sz="1400" noProof="0" dirty="0">
            <a:latin typeface="Consolas" panose="020B0609020204030204" pitchFamily="49" charset="0"/>
          </a:endParaRPr>
        </a:p>
      </dgm:t>
    </dgm:pt>
    <dgm:pt modelId="{13176DFB-8060-426F-95B7-3C1710C0F4B6}" type="sibTrans" cxnId="{EE8F14E8-23AD-46BF-8DB9-EB490DF860F0}">
      <dgm:prSet/>
      <dgm:spPr/>
      <dgm:t>
        <a:bodyPr/>
        <a:lstStyle/>
        <a:p>
          <a:endParaRPr lang="en-US" sz="1400" noProof="0" dirty="0">
            <a:latin typeface="Consolas" panose="020B0609020204030204" pitchFamily="49" charset="0"/>
          </a:endParaRPr>
        </a:p>
      </dgm:t>
    </dgm:pt>
    <dgm:pt modelId="{B6D2EDFE-802F-4E0C-93BF-A0ED98D0E7F6}">
      <dgm:prSet phldrT="[Tekst]" custT="1"/>
      <dgm:spPr/>
      <dgm:t>
        <a:bodyPr/>
        <a:lstStyle/>
        <a:p>
          <a:r>
            <a:rPr lang="en-US" sz="1400" noProof="0" dirty="0">
              <a:latin typeface="Consolas" panose="020B0609020204030204" pitchFamily="49" charset="0"/>
            </a:rPr>
            <a:t>union</a:t>
          </a:r>
        </a:p>
      </dgm:t>
    </dgm:pt>
    <dgm:pt modelId="{47311D9D-83D8-4ACE-B991-1A0240300974}" type="parTrans" cxnId="{E6006B6D-1FA5-4923-AB45-E77CB3871ADC}">
      <dgm:prSet/>
      <dgm:spPr/>
      <dgm:t>
        <a:bodyPr/>
        <a:lstStyle/>
        <a:p>
          <a:endParaRPr lang="en-US" sz="1400" noProof="0" dirty="0">
            <a:latin typeface="Consolas" panose="020B0609020204030204" pitchFamily="49" charset="0"/>
          </a:endParaRPr>
        </a:p>
      </dgm:t>
    </dgm:pt>
    <dgm:pt modelId="{2B79E227-8857-4522-97AB-48E450018EF2}" type="sibTrans" cxnId="{E6006B6D-1FA5-4923-AB45-E77CB3871ADC}">
      <dgm:prSet/>
      <dgm:spPr/>
      <dgm:t>
        <a:bodyPr/>
        <a:lstStyle/>
        <a:p>
          <a:endParaRPr lang="en-US" sz="1400" noProof="0" dirty="0">
            <a:latin typeface="Consolas" panose="020B0609020204030204" pitchFamily="49" charset="0"/>
          </a:endParaRPr>
        </a:p>
      </dgm:t>
    </dgm:pt>
    <dgm:pt modelId="{F35C074E-D97A-4488-BCC5-DD2EC3E4159B}">
      <dgm:prSet phldrT="[Tekst]" custT="1"/>
      <dgm:spPr/>
      <dgm:t>
        <a:bodyPr/>
        <a:lstStyle/>
        <a:p>
          <a:r>
            <a:rPr lang="en-US" sz="1400" noProof="0" dirty="0">
              <a:latin typeface="Consolas" panose="020B0609020204030204" pitchFamily="49" charset="0"/>
            </a:rPr>
            <a:t>enumeration</a:t>
          </a:r>
        </a:p>
      </dgm:t>
    </dgm:pt>
    <dgm:pt modelId="{4E44B729-4FD2-400E-8B90-BD1D868B0915}" type="parTrans" cxnId="{50F60C8B-23EB-450B-BD68-60C2AD72238A}">
      <dgm:prSet/>
      <dgm:spPr/>
      <dgm:t>
        <a:bodyPr/>
        <a:lstStyle/>
        <a:p>
          <a:endParaRPr lang="en-US" sz="1400" noProof="0" dirty="0">
            <a:latin typeface="Consolas" panose="020B0609020204030204" pitchFamily="49" charset="0"/>
          </a:endParaRPr>
        </a:p>
      </dgm:t>
    </dgm:pt>
    <dgm:pt modelId="{4BEFC5DD-50E1-4FBC-8871-071A9976849E}" type="sibTrans" cxnId="{50F60C8B-23EB-450B-BD68-60C2AD72238A}">
      <dgm:prSet/>
      <dgm:spPr/>
      <dgm:t>
        <a:bodyPr/>
        <a:lstStyle/>
        <a:p>
          <a:endParaRPr lang="en-US" sz="1400" noProof="0" dirty="0">
            <a:latin typeface="Consolas" panose="020B0609020204030204" pitchFamily="49" charset="0"/>
          </a:endParaRPr>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4"/>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4" custScaleX="137137">
        <dgm:presLayoutVars>
          <dgm:chPref val="3"/>
        </dgm:presLayoutVars>
      </dgm:prSet>
      <dgm:spPr/>
    </dgm:pt>
    <dgm:pt modelId="{6F32CBB0-2A11-45F0-8023-5D2196D052D7}" type="pres">
      <dgm:prSet presAssocID="{633632CF-3971-4DAE-9D7B-30F94F90EF74}" presName="rootConnector" presStyleLbl="node2" presStyleIdx="0" presStyleCnt="4"/>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0"/>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0" custScaleX="103176">
        <dgm:presLayoutVars>
          <dgm:chPref val="3"/>
        </dgm:presLayoutVars>
      </dgm:prSet>
      <dgm:spPr/>
    </dgm:pt>
    <dgm:pt modelId="{62F09096-4F77-4DE7-A555-8295D0B932D8}" type="pres">
      <dgm:prSet presAssocID="{9C26E6AD-47AB-46A2-B2EA-EF1F57DFDC1B}" presName="rootConnector" presStyleLbl="node3" presStyleIdx="0" presStyleCnt="10"/>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4"/>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4" custScaleX="137137" custLinFactNeighborX="2944">
        <dgm:presLayoutVars>
          <dgm:chPref val="3"/>
        </dgm:presLayoutVars>
      </dgm:prSet>
      <dgm:spPr/>
    </dgm:pt>
    <dgm:pt modelId="{583C3239-7A9A-4405-808D-357500F0A444}" type="pres">
      <dgm:prSet presAssocID="{A4AA5E78-2E83-4F60-8055-685BC550D62A}" presName="rootConnector" presStyleLbl="node2" presStyleIdx="1" presStyleCnt="4"/>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1" presStyleCnt="10"/>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1" presStyleCnt="10" custScaleX="103176">
        <dgm:presLayoutVars>
          <dgm:chPref val="3"/>
        </dgm:presLayoutVars>
      </dgm:prSet>
      <dgm:spPr/>
    </dgm:pt>
    <dgm:pt modelId="{3DD7B17A-EF6B-4271-8D1D-F6F44750BF7A}" type="pres">
      <dgm:prSet presAssocID="{D125D46D-5803-498C-8210-A47012081385}" presName="rootConnector" presStyleLbl="node3" presStyleIdx="1" presStyleCnt="10"/>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2" presStyleCnt="10"/>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2" presStyleCnt="10" custScaleX="103176">
        <dgm:presLayoutVars>
          <dgm:chPref val="3"/>
        </dgm:presLayoutVars>
      </dgm:prSet>
      <dgm:spPr/>
    </dgm:pt>
    <dgm:pt modelId="{69E5F15F-E15A-4801-AF72-822CCCE9AB1F}" type="pres">
      <dgm:prSet presAssocID="{789381F5-38E8-4D18-8E95-BD320E8E1B63}" presName="rootConnector" presStyleLbl="node3" presStyleIdx="2" presStyleCnt="10"/>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3" presStyleCnt="10"/>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3" presStyleCnt="10" custScaleX="103176" custScaleY="151649">
        <dgm:presLayoutVars>
          <dgm:chPref val="3"/>
        </dgm:presLayoutVars>
      </dgm:prSet>
      <dgm:spPr/>
    </dgm:pt>
    <dgm:pt modelId="{CB856E3A-DE53-4164-B59D-0EDECD8DA8C4}" type="pres">
      <dgm:prSet presAssocID="{F53F0496-01AD-40B1-BEC5-C28B736DB0ED}" presName="rootConnector" presStyleLbl="node3" presStyleIdx="3" presStyleCnt="10"/>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4"/>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4" custScaleX="137137">
        <dgm:presLayoutVars>
          <dgm:chPref val="3"/>
        </dgm:presLayoutVars>
      </dgm:prSet>
      <dgm:spPr/>
    </dgm:pt>
    <dgm:pt modelId="{A4AD4397-C90E-45FC-8C14-4EBF84B8DC03}" type="pres">
      <dgm:prSet presAssocID="{1E34E429-3B1C-474D-9623-B03C5A0898DC}" presName="rootConnector" presStyleLbl="node2" presStyleIdx="2" presStyleCnt="4"/>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4" presStyleCnt="10"/>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4" presStyleCnt="10" custScaleX="103176">
        <dgm:presLayoutVars>
          <dgm:chPref val="3"/>
        </dgm:presLayoutVars>
      </dgm:prSet>
      <dgm:spPr/>
    </dgm:pt>
    <dgm:pt modelId="{D78ABB9C-53B2-4EF8-A526-5BCB628E7D39}" type="pres">
      <dgm:prSet presAssocID="{A14220CC-E46E-4BB5-A14B-0F59CA674199}" presName="rootConnector" presStyleLbl="node3" presStyleIdx="4" presStyleCnt="10"/>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31A9E88-10C9-4A99-A4D8-AA60A0B3747B}" type="pres">
      <dgm:prSet presAssocID="{D961172C-3169-4B55-9C6A-DC097164FDBC}" presName="Name37" presStyleLbl="parChTrans1D3" presStyleIdx="5" presStyleCnt="10"/>
      <dgm:spPr/>
    </dgm:pt>
    <dgm:pt modelId="{F07B06A3-1102-4354-8F1D-96F01EF8858F}" type="pres">
      <dgm:prSet presAssocID="{BBB973BF-374F-45C3-BF75-B52035C1DE6E}" presName="hierRoot2" presStyleCnt="0">
        <dgm:presLayoutVars>
          <dgm:hierBranch val="init"/>
        </dgm:presLayoutVars>
      </dgm:prSet>
      <dgm:spPr/>
    </dgm:pt>
    <dgm:pt modelId="{B033CE90-162C-40D1-9428-30C4E010AEF0}" type="pres">
      <dgm:prSet presAssocID="{BBB973BF-374F-45C3-BF75-B52035C1DE6E}" presName="rootComposite" presStyleCnt="0"/>
      <dgm:spPr/>
    </dgm:pt>
    <dgm:pt modelId="{3160FD91-54F0-4EC4-82E6-248CB7045AED}" type="pres">
      <dgm:prSet presAssocID="{BBB973BF-374F-45C3-BF75-B52035C1DE6E}" presName="rootText" presStyleLbl="node3" presStyleIdx="5" presStyleCnt="10" custScaleX="103176">
        <dgm:presLayoutVars>
          <dgm:chPref val="3"/>
        </dgm:presLayoutVars>
      </dgm:prSet>
      <dgm:spPr/>
    </dgm:pt>
    <dgm:pt modelId="{F074607B-A33B-4154-8F21-4D773D310A4A}" type="pres">
      <dgm:prSet presAssocID="{BBB973BF-374F-45C3-BF75-B52035C1DE6E}" presName="rootConnector" presStyleLbl="node3" presStyleIdx="5" presStyleCnt="10"/>
      <dgm:spPr/>
    </dgm:pt>
    <dgm:pt modelId="{67BC8578-DF66-4BEA-B30F-512A41445A71}" type="pres">
      <dgm:prSet presAssocID="{BBB973BF-374F-45C3-BF75-B52035C1DE6E}" presName="hierChild4" presStyleCnt="0"/>
      <dgm:spPr/>
    </dgm:pt>
    <dgm:pt modelId="{EC8BF2E9-109C-4E25-AF48-9BE52EC839C0}" type="pres">
      <dgm:prSet presAssocID="{BBB973BF-374F-45C3-BF75-B52035C1DE6E}" presName="hierChild5" presStyleCnt="0"/>
      <dgm:spPr/>
    </dgm:pt>
    <dgm:pt modelId="{7189743B-C45C-435F-BFF7-B1E052719FB2}" type="pres">
      <dgm:prSet presAssocID="{BEB58063-F3B9-4C73-8DB1-118C595907F4}" presName="Name37" presStyleLbl="parChTrans1D3" presStyleIdx="6" presStyleCnt="10"/>
      <dgm:spPr/>
    </dgm:pt>
    <dgm:pt modelId="{CF362C71-F28D-4DA4-83FB-6FBB942E42EE}" type="pres">
      <dgm:prSet presAssocID="{543DDDD4-A254-46F6-8D3E-EDB3CEE932BD}" presName="hierRoot2" presStyleCnt="0">
        <dgm:presLayoutVars>
          <dgm:hierBranch val="init"/>
        </dgm:presLayoutVars>
      </dgm:prSet>
      <dgm:spPr/>
    </dgm:pt>
    <dgm:pt modelId="{8760D541-49F2-4171-9AB9-806587164D85}" type="pres">
      <dgm:prSet presAssocID="{543DDDD4-A254-46F6-8D3E-EDB3CEE932BD}" presName="rootComposite" presStyleCnt="0"/>
      <dgm:spPr/>
    </dgm:pt>
    <dgm:pt modelId="{828B2909-84FE-4CEF-9A57-4BE5D79BE499}" type="pres">
      <dgm:prSet presAssocID="{543DDDD4-A254-46F6-8D3E-EDB3CEE932BD}" presName="rootText" presStyleLbl="node3" presStyleIdx="6" presStyleCnt="10" custScaleX="103176">
        <dgm:presLayoutVars>
          <dgm:chPref val="3"/>
        </dgm:presLayoutVars>
      </dgm:prSet>
      <dgm:spPr/>
    </dgm:pt>
    <dgm:pt modelId="{928CE815-685C-43EE-8C95-8CE59C65F1A6}" type="pres">
      <dgm:prSet presAssocID="{543DDDD4-A254-46F6-8D3E-EDB3CEE932BD}" presName="rootConnector" presStyleLbl="node3" presStyleIdx="6" presStyleCnt="10"/>
      <dgm:spPr/>
    </dgm:pt>
    <dgm:pt modelId="{FBC3308A-B27D-4DE9-8FDB-533EDC9CFDC6}" type="pres">
      <dgm:prSet presAssocID="{543DDDD4-A254-46F6-8D3E-EDB3CEE932BD}" presName="hierChild4" presStyleCnt="0"/>
      <dgm:spPr/>
    </dgm:pt>
    <dgm:pt modelId="{D1106A08-4394-4746-8E4D-534F41C42E70}" type="pres">
      <dgm:prSet presAssocID="{543DDDD4-A254-46F6-8D3E-EDB3CEE932BD}"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4"/>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4" custScaleX="137137">
        <dgm:presLayoutVars>
          <dgm:chPref val="3"/>
        </dgm:presLayoutVars>
      </dgm:prSet>
      <dgm:spPr/>
    </dgm:pt>
    <dgm:pt modelId="{09C6F1B5-B497-4EED-B053-BB14AB305045}" type="pres">
      <dgm:prSet presAssocID="{BC0BE655-0F5F-495D-9A00-DAC06F460A34}" presName="rootConnector" presStyleLbl="node2" presStyleIdx="3" presStyleCnt="4"/>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7" presStyleCnt="10"/>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7" presStyleCnt="10" custScaleX="110054">
        <dgm:presLayoutVars>
          <dgm:chPref val="3"/>
        </dgm:presLayoutVars>
      </dgm:prSet>
      <dgm:spPr/>
    </dgm:pt>
    <dgm:pt modelId="{8E822BBC-7809-41B0-93E1-6B60FE855730}" type="pres">
      <dgm:prSet presAssocID="{743610C1-9835-4646-A186-61AF59C69A49}" presName="rootConnector" presStyleLbl="node3" presStyleIdx="7" presStyleCnt="10"/>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8" presStyleCnt="10"/>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8" presStyleCnt="10" custScaleX="110054">
        <dgm:presLayoutVars>
          <dgm:chPref val="3"/>
        </dgm:presLayoutVars>
      </dgm:prSet>
      <dgm:spPr/>
    </dgm:pt>
    <dgm:pt modelId="{32FF7B22-6423-4937-B02E-A59789120BA9}" type="pres">
      <dgm:prSet presAssocID="{B6D2EDFE-802F-4E0C-93BF-A0ED98D0E7F6}" presName="rootConnector" presStyleLbl="node3" presStyleIdx="8" presStyleCnt="10"/>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9" presStyleCnt="10"/>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9" presStyleCnt="10" custScaleX="110054">
        <dgm:presLayoutVars>
          <dgm:chPref val="3"/>
        </dgm:presLayoutVars>
      </dgm:prSet>
      <dgm:spPr/>
    </dgm:pt>
    <dgm:pt modelId="{26D402BA-D5F0-485D-A419-0325DD84E60A}" type="pres">
      <dgm:prSet presAssocID="{F35C074E-D97A-4488-BCC5-DD2EC3E4159B}" presName="rootConnector" presStyleLbl="node3" presStyleIdx="9" presStyleCnt="10"/>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B4C903CE-321E-4209-B68E-F21CA6A88E37}" type="pres">
      <dgm:prSet presAssocID="{4224F16D-E4C0-4250-9EFA-7C747A39F793}" presName="hierChild3" presStyleCnt="0"/>
      <dgm:spPr/>
    </dgm:pt>
  </dgm:ptLst>
  <dgm:cxnLst>
    <dgm:cxn modelId="{26E6C904-B0E8-42BA-BECC-F0EBAD93C00F}" type="presOf" srcId="{F53F0496-01AD-40B1-BEC5-C28B736DB0ED}" destId="{C588F604-4C71-459E-9996-F4A026851A65}" srcOrd="0" destOrd="0" presId="urn:microsoft.com/office/officeart/2005/8/layout/orgChart1"/>
    <dgm:cxn modelId="{5A22C309-0586-4676-BBD3-0E8848D1186D}" srcId="{633632CF-3971-4DAE-9D7B-30F94F90EF74}" destId="{9C26E6AD-47AB-46A2-B2EA-EF1F57DFDC1B}" srcOrd="0" destOrd="0" parTransId="{F77BA94F-5F5A-4244-B671-7D147C089B9A}" sibTransId="{511E7827-8C48-4812-81C5-1BFB2F3AE3BA}"/>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0396DC69-4A34-4D03-ACB1-74F7AD813FC3}" type="presOf" srcId="{ECBAC60C-C54E-43D5-B4DD-7D03D17F79BB}" destId="{6A2A5E04-0027-4083-A33C-78B5179ABE16}" srcOrd="0" destOrd="0" presId="urn:microsoft.com/office/officeart/2005/8/layout/orgChart1"/>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A7C50C50-899E-471A-AC73-17325D301625}" type="presOf" srcId="{D961172C-3169-4B55-9C6A-DC097164FDBC}" destId="{631A9E88-10C9-4A99-A4D8-AA60A0B3747B}"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43FCF73-C624-430B-838B-EF9C7CB3B58E}" type="presOf" srcId="{BBB973BF-374F-45C3-BF75-B52035C1DE6E}" destId="{F074607B-A33B-4154-8F21-4D773D310A4A}"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62200E7F-6817-4F2E-85BA-71B2B2BDF9AC}" type="presOf" srcId="{543DDDD4-A254-46F6-8D3E-EDB3CEE932BD}" destId="{828B2909-84FE-4CEF-9A57-4BE5D79BE499}" srcOrd="0" destOrd="0" presId="urn:microsoft.com/office/officeart/2005/8/layout/orgChart1"/>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FBCEA085-B1F7-418B-B0ED-F6B868134CEF}" type="presOf" srcId="{F35C074E-D97A-4488-BCC5-DD2EC3E4159B}" destId="{26D402BA-D5F0-485D-A419-0325DD84E60A}" srcOrd="1" destOrd="0" presId="urn:microsoft.com/office/officeart/2005/8/layout/orgChart1"/>
    <dgm:cxn modelId="{50F60C8B-23EB-450B-BD68-60C2AD72238A}" srcId="{BC0BE655-0F5F-495D-9A00-DAC06F460A34}" destId="{F35C074E-D97A-4488-BCC5-DD2EC3E4159B}" srcOrd="2" destOrd="0" parTransId="{4E44B729-4FD2-400E-8B90-BD1D868B0915}" sibTransId="{4BEFC5DD-50E1-4FBC-8871-071A9976849E}"/>
    <dgm:cxn modelId="{EB42728E-CA4E-49D5-867D-D84234DBF46C}" type="presOf" srcId="{9C26E6AD-47AB-46A2-B2EA-EF1F57DFDC1B}" destId="{62F09096-4F77-4DE7-A555-8295D0B932D8}" srcOrd="1"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D8F7C0A9-E4D9-43D1-B659-B56C6367F236}" type="presOf" srcId="{BEB58063-F3B9-4C73-8DB1-118C595907F4}" destId="{7189743B-C45C-435F-BFF7-B1E052719FB2}"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8486A6C6-8186-408F-AC31-81044E6C6BCE}" type="presOf" srcId="{BBB973BF-374F-45C3-BF75-B52035C1DE6E}" destId="{3160FD91-54F0-4EC4-82E6-248CB7045AED}"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B1DE79DA-F059-4605-BC83-1DB9EDE033CF}" srcId="{1E34E429-3B1C-474D-9623-B03C5A0898DC}" destId="{543DDDD4-A254-46F6-8D3E-EDB3CEE932BD}" srcOrd="2" destOrd="0" parTransId="{BEB58063-F3B9-4C73-8DB1-118C595907F4}" sibTransId="{7913EC47-35F6-4703-824D-12D93D476D09}"/>
    <dgm:cxn modelId="{BA7EECDA-3A94-4D4F-B95F-8EDBD56747C8}" srcId="{1E34E429-3B1C-474D-9623-B03C5A0898DC}" destId="{BBB973BF-374F-45C3-BF75-B52035C1DE6E}" srcOrd="1" destOrd="0" parTransId="{D961172C-3169-4B55-9C6A-DC097164FDBC}" sibTransId="{A05627AB-B3CC-42D1-A0FF-7108ABE6D538}"/>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EE8F14E8-23AD-46BF-8DB9-EB490DF860F0}" srcId="{BC0BE655-0F5F-495D-9A00-DAC06F460A34}" destId="{743610C1-9835-4646-A186-61AF59C69A49}" srcOrd="0" destOrd="0" parTransId="{6EDA1C38-4764-4423-8060-5ED8CCC0F01A}" sibTransId="{13176DFB-8060-426F-95B7-3C1710C0F4B6}"/>
    <dgm:cxn modelId="{C597DFF7-E73C-4343-873C-9826973F7B99}" type="presOf" srcId="{A14220CC-E46E-4BB5-A14B-0F59CA674199}" destId="{0B44B6FA-92BD-4B30-B532-624F03EFA2BF}" srcOrd="0" destOrd="0" presId="urn:microsoft.com/office/officeart/2005/8/layout/orgChart1"/>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C2339CFF-A8A6-4C57-9B53-782351012D09}" type="presOf" srcId="{543DDDD4-A254-46F6-8D3E-EDB3CEE932BD}" destId="{928CE815-685C-43EE-8C95-8CE59C65F1A6}" srcOrd="1"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C0265C48-1622-40F4-9370-AE2BBE618122}" type="presParOf" srcId="{AB8C4CF8-4D03-49DB-B3A8-5ABD24D6D5EC}" destId="{631A9E88-10C9-4A99-A4D8-AA60A0B3747B}" srcOrd="2" destOrd="0" presId="urn:microsoft.com/office/officeart/2005/8/layout/orgChart1"/>
    <dgm:cxn modelId="{FDB35581-847F-444E-808C-1741CEF48BFF}" type="presParOf" srcId="{AB8C4CF8-4D03-49DB-B3A8-5ABD24D6D5EC}" destId="{F07B06A3-1102-4354-8F1D-96F01EF8858F}" srcOrd="3" destOrd="0" presId="urn:microsoft.com/office/officeart/2005/8/layout/orgChart1"/>
    <dgm:cxn modelId="{219ED738-0EA0-4F0C-85A3-2ED63EED264D}" type="presParOf" srcId="{F07B06A3-1102-4354-8F1D-96F01EF8858F}" destId="{B033CE90-162C-40D1-9428-30C4E010AEF0}" srcOrd="0" destOrd="0" presId="urn:microsoft.com/office/officeart/2005/8/layout/orgChart1"/>
    <dgm:cxn modelId="{262CF40D-FAAE-4777-8D6C-11FCA02AA02C}" type="presParOf" srcId="{B033CE90-162C-40D1-9428-30C4E010AEF0}" destId="{3160FD91-54F0-4EC4-82E6-248CB7045AED}" srcOrd="0" destOrd="0" presId="urn:microsoft.com/office/officeart/2005/8/layout/orgChart1"/>
    <dgm:cxn modelId="{186197AC-3A79-4C27-90A9-80D7CA0CA148}" type="presParOf" srcId="{B033CE90-162C-40D1-9428-30C4E010AEF0}" destId="{F074607B-A33B-4154-8F21-4D773D310A4A}" srcOrd="1" destOrd="0" presId="urn:microsoft.com/office/officeart/2005/8/layout/orgChart1"/>
    <dgm:cxn modelId="{8983CDC2-344B-447B-8846-399968DF1AF1}" type="presParOf" srcId="{F07B06A3-1102-4354-8F1D-96F01EF8858F}" destId="{67BC8578-DF66-4BEA-B30F-512A41445A71}" srcOrd="1" destOrd="0" presId="urn:microsoft.com/office/officeart/2005/8/layout/orgChart1"/>
    <dgm:cxn modelId="{9D4F6E5F-28BE-4C4D-86DB-839F4881C65E}" type="presParOf" srcId="{F07B06A3-1102-4354-8F1D-96F01EF8858F}" destId="{EC8BF2E9-109C-4E25-AF48-9BE52EC839C0}" srcOrd="2" destOrd="0" presId="urn:microsoft.com/office/officeart/2005/8/layout/orgChart1"/>
    <dgm:cxn modelId="{121C8B1F-A722-4A5F-BC79-C6B883F16ABB}" type="presParOf" srcId="{AB8C4CF8-4D03-49DB-B3A8-5ABD24D6D5EC}" destId="{7189743B-C45C-435F-BFF7-B1E052719FB2}" srcOrd="4" destOrd="0" presId="urn:microsoft.com/office/officeart/2005/8/layout/orgChart1"/>
    <dgm:cxn modelId="{3C4A1BDD-2F83-415C-A071-A947C5EEA4A7}" type="presParOf" srcId="{AB8C4CF8-4D03-49DB-B3A8-5ABD24D6D5EC}" destId="{CF362C71-F28D-4DA4-83FB-6FBB942E42EE}" srcOrd="5" destOrd="0" presId="urn:microsoft.com/office/officeart/2005/8/layout/orgChart1"/>
    <dgm:cxn modelId="{5FC59694-0240-41FB-A451-91EE2E56780A}" type="presParOf" srcId="{CF362C71-F28D-4DA4-83FB-6FBB942E42EE}" destId="{8760D541-49F2-4171-9AB9-806587164D85}" srcOrd="0" destOrd="0" presId="urn:microsoft.com/office/officeart/2005/8/layout/orgChart1"/>
    <dgm:cxn modelId="{5AD94615-5A27-41CE-8E0F-89FE9859D6E7}" type="presParOf" srcId="{8760D541-49F2-4171-9AB9-806587164D85}" destId="{828B2909-84FE-4CEF-9A57-4BE5D79BE499}" srcOrd="0" destOrd="0" presId="urn:microsoft.com/office/officeart/2005/8/layout/orgChart1"/>
    <dgm:cxn modelId="{7065C357-2C86-4C7E-B227-25E1A8C8865D}" type="presParOf" srcId="{8760D541-49F2-4171-9AB9-806587164D85}" destId="{928CE815-685C-43EE-8C95-8CE59C65F1A6}" srcOrd="1" destOrd="0" presId="urn:microsoft.com/office/officeart/2005/8/layout/orgChart1"/>
    <dgm:cxn modelId="{71D5DC76-E583-4FA8-9B7B-D07F138B0441}" type="presParOf" srcId="{CF362C71-F28D-4DA4-83FB-6FBB942E42EE}" destId="{FBC3308A-B27D-4DE9-8FDB-533EDC9CFDC6}" srcOrd="1" destOrd="0" presId="urn:microsoft.com/office/officeart/2005/8/layout/orgChart1"/>
    <dgm:cxn modelId="{58361124-8999-4145-A39C-48E8C36553D0}" type="presParOf" srcId="{CF362C71-F28D-4DA4-83FB-6FBB942E42EE}" destId="{D1106A08-4394-4746-8E4D-534F41C42E70}"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2A68B2-BD1F-469F-95C3-E963CE3879AA}">
      <dsp:nvSpPr>
        <dsp:cNvPr id="0" name=""/>
        <dsp:cNvSpPr/>
      </dsp:nvSpPr>
      <dsp:spPr>
        <a:xfrm>
          <a:off x="5770698" y="1431787"/>
          <a:ext cx="242727" cy="2218350"/>
        </a:xfrm>
        <a:custGeom>
          <a:avLst/>
          <a:gdLst/>
          <a:ahLst/>
          <a:cxnLst/>
          <a:rect l="0" t="0" r="0" b="0"/>
          <a:pathLst>
            <a:path>
              <a:moveTo>
                <a:pt x="0" y="0"/>
              </a:moveTo>
              <a:lnTo>
                <a:pt x="0" y="2218350"/>
              </a:lnTo>
              <a:lnTo>
                <a:pt x="242727" y="221835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5770698" y="1431787"/>
          <a:ext cx="242727" cy="1380569"/>
        </a:xfrm>
        <a:custGeom>
          <a:avLst/>
          <a:gdLst/>
          <a:ahLst/>
          <a:cxnLst/>
          <a:rect l="0" t="0" r="0" b="0"/>
          <a:pathLst>
            <a:path>
              <a:moveTo>
                <a:pt x="0" y="0"/>
              </a:moveTo>
              <a:lnTo>
                <a:pt x="0" y="1380569"/>
              </a:lnTo>
              <a:lnTo>
                <a:pt x="242727" y="13805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5770698" y="1431787"/>
          <a:ext cx="242727" cy="542787"/>
        </a:xfrm>
        <a:custGeom>
          <a:avLst/>
          <a:gdLst/>
          <a:ahLst/>
          <a:cxnLst/>
          <a:rect l="0" t="0" r="0" b="0"/>
          <a:pathLst>
            <a:path>
              <a:moveTo>
                <a:pt x="0" y="0"/>
              </a:moveTo>
              <a:lnTo>
                <a:pt x="0" y="542787"/>
              </a:lnTo>
              <a:lnTo>
                <a:pt x="242727" y="5427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3619008" y="594006"/>
          <a:ext cx="2798962" cy="247794"/>
        </a:xfrm>
        <a:custGeom>
          <a:avLst/>
          <a:gdLst/>
          <a:ahLst/>
          <a:cxnLst/>
          <a:rect l="0" t="0" r="0" b="0"/>
          <a:pathLst>
            <a:path>
              <a:moveTo>
                <a:pt x="0" y="0"/>
              </a:moveTo>
              <a:lnTo>
                <a:pt x="0" y="123897"/>
              </a:lnTo>
              <a:lnTo>
                <a:pt x="2798962" y="123897"/>
              </a:lnTo>
              <a:lnTo>
                <a:pt x="2798962" y="2477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89743B-C45C-435F-BFF7-B1E052719FB2}">
      <dsp:nvSpPr>
        <dsp:cNvPr id="0" name=""/>
        <dsp:cNvSpPr/>
      </dsp:nvSpPr>
      <dsp:spPr>
        <a:xfrm>
          <a:off x="3904723" y="1431787"/>
          <a:ext cx="242727" cy="2218350"/>
        </a:xfrm>
        <a:custGeom>
          <a:avLst/>
          <a:gdLst/>
          <a:ahLst/>
          <a:cxnLst/>
          <a:rect l="0" t="0" r="0" b="0"/>
          <a:pathLst>
            <a:path>
              <a:moveTo>
                <a:pt x="0" y="0"/>
              </a:moveTo>
              <a:lnTo>
                <a:pt x="0" y="2218350"/>
              </a:lnTo>
              <a:lnTo>
                <a:pt x="242727" y="221835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1A9E88-10C9-4A99-A4D8-AA60A0B3747B}">
      <dsp:nvSpPr>
        <dsp:cNvPr id="0" name=""/>
        <dsp:cNvSpPr/>
      </dsp:nvSpPr>
      <dsp:spPr>
        <a:xfrm>
          <a:off x="3904723" y="1431787"/>
          <a:ext cx="242727" cy="1380569"/>
        </a:xfrm>
        <a:custGeom>
          <a:avLst/>
          <a:gdLst/>
          <a:ahLst/>
          <a:cxnLst/>
          <a:rect l="0" t="0" r="0" b="0"/>
          <a:pathLst>
            <a:path>
              <a:moveTo>
                <a:pt x="0" y="0"/>
              </a:moveTo>
              <a:lnTo>
                <a:pt x="0" y="1380569"/>
              </a:lnTo>
              <a:lnTo>
                <a:pt x="242727" y="13805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3904723" y="1431787"/>
          <a:ext cx="242727" cy="542787"/>
        </a:xfrm>
        <a:custGeom>
          <a:avLst/>
          <a:gdLst/>
          <a:ahLst/>
          <a:cxnLst/>
          <a:rect l="0" t="0" r="0" b="0"/>
          <a:pathLst>
            <a:path>
              <a:moveTo>
                <a:pt x="0" y="0"/>
              </a:moveTo>
              <a:lnTo>
                <a:pt x="0" y="542787"/>
              </a:lnTo>
              <a:lnTo>
                <a:pt x="242727" y="5427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3619008" y="594006"/>
          <a:ext cx="932987" cy="247794"/>
        </a:xfrm>
        <a:custGeom>
          <a:avLst/>
          <a:gdLst/>
          <a:ahLst/>
          <a:cxnLst/>
          <a:rect l="0" t="0" r="0" b="0"/>
          <a:pathLst>
            <a:path>
              <a:moveTo>
                <a:pt x="0" y="0"/>
              </a:moveTo>
              <a:lnTo>
                <a:pt x="0" y="123897"/>
              </a:lnTo>
              <a:lnTo>
                <a:pt x="932987" y="123897"/>
              </a:lnTo>
              <a:lnTo>
                <a:pt x="932987" y="2477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2073486" y="1431787"/>
          <a:ext cx="207988" cy="2370711"/>
        </a:xfrm>
        <a:custGeom>
          <a:avLst/>
          <a:gdLst/>
          <a:ahLst/>
          <a:cxnLst/>
          <a:rect l="0" t="0" r="0" b="0"/>
          <a:pathLst>
            <a:path>
              <a:moveTo>
                <a:pt x="0" y="0"/>
              </a:moveTo>
              <a:lnTo>
                <a:pt x="0" y="2370711"/>
              </a:lnTo>
              <a:lnTo>
                <a:pt x="207988" y="23707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2073486" y="1431787"/>
          <a:ext cx="207988" cy="1380569"/>
        </a:xfrm>
        <a:custGeom>
          <a:avLst/>
          <a:gdLst/>
          <a:ahLst/>
          <a:cxnLst/>
          <a:rect l="0" t="0" r="0" b="0"/>
          <a:pathLst>
            <a:path>
              <a:moveTo>
                <a:pt x="0" y="0"/>
              </a:moveTo>
              <a:lnTo>
                <a:pt x="0" y="1380569"/>
              </a:lnTo>
              <a:lnTo>
                <a:pt x="207988" y="13805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2073486" y="1431787"/>
          <a:ext cx="207988" cy="542787"/>
        </a:xfrm>
        <a:custGeom>
          <a:avLst/>
          <a:gdLst/>
          <a:ahLst/>
          <a:cxnLst/>
          <a:rect l="0" t="0" r="0" b="0"/>
          <a:pathLst>
            <a:path>
              <a:moveTo>
                <a:pt x="0" y="0"/>
              </a:moveTo>
              <a:lnTo>
                <a:pt x="0" y="542787"/>
              </a:lnTo>
              <a:lnTo>
                <a:pt x="207988" y="5427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2720758" y="594006"/>
          <a:ext cx="898249" cy="247794"/>
        </a:xfrm>
        <a:custGeom>
          <a:avLst/>
          <a:gdLst/>
          <a:ahLst/>
          <a:cxnLst/>
          <a:rect l="0" t="0" r="0" b="0"/>
          <a:pathLst>
            <a:path>
              <a:moveTo>
                <a:pt x="898249" y="0"/>
              </a:moveTo>
              <a:lnTo>
                <a:pt x="898249" y="123897"/>
              </a:lnTo>
              <a:lnTo>
                <a:pt x="0" y="123897"/>
              </a:lnTo>
              <a:lnTo>
                <a:pt x="0" y="2477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172773" y="1431787"/>
          <a:ext cx="242727" cy="542787"/>
        </a:xfrm>
        <a:custGeom>
          <a:avLst/>
          <a:gdLst/>
          <a:ahLst/>
          <a:cxnLst/>
          <a:rect l="0" t="0" r="0" b="0"/>
          <a:pathLst>
            <a:path>
              <a:moveTo>
                <a:pt x="0" y="0"/>
              </a:moveTo>
              <a:lnTo>
                <a:pt x="0" y="542787"/>
              </a:lnTo>
              <a:lnTo>
                <a:pt x="242727" y="5427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820045" y="594006"/>
          <a:ext cx="2798962" cy="247794"/>
        </a:xfrm>
        <a:custGeom>
          <a:avLst/>
          <a:gdLst/>
          <a:ahLst/>
          <a:cxnLst/>
          <a:rect l="0" t="0" r="0" b="0"/>
          <a:pathLst>
            <a:path>
              <a:moveTo>
                <a:pt x="2798962" y="0"/>
              </a:moveTo>
              <a:lnTo>
                <a:pt x="2798962" y="123897"/>
              </a:lnTo>
              <a:lnTo>
                <a:pt x="0" y="123897"/>
              </a:lnTo>
              <a:lnTo>
                <a:pt x="0" y="2477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2775751" y="4019"/>
          <a:ext cx="1686512"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C Data types</a:t>
          </a:r>
        </a:p>
      </dsp:txBody>
      <dsp:txXfrm>
        <a:off x="2775751" y="4019"/>
        <a:ext cx="1686512" cy="589986"/>
      </dsp:txXfrm>
    </dsp:sp>
    <dsp:sp modelId="{316149DD-4A20-479B-BCF0-4A4887F9049D}">
      <dsp:nvSpPr>
        <dsp:cNvPr id="0" name=""/>
        <dsp:cNvSpPr/>
      </dsp:nvSpPr>
      <dsp:spPr>
        <a:xfrm>
          <a:off x="10954" y="841800"/>
          <a:ext cx="1618180"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Void </a:t>
          </a:r>
          <a:br>
            <a:rPr lang="en-US" sz="1400" kern="1200" noProof="0" dirty="0">
              <a:latin typeface="Consolas" panose="020B0609020204030204" pitchFamily="49" charset="0"/>
            </a:rPr>
          </a:br>
          <a:r>
            <a:rPr lang="en-US" sz="1400" kern="1200" noProof="0" dirty="0">
              <a:latin typeface="Consolas" panose="020B0609020204030204" pitchFamily="49" charset="0"/>
            </a:rPr>
            <a:t>data type</a:t>
          </a:r>
        </a:p>
      </dsp:txBody>
      <dsp:txXfrm>
        <a:off x="10954" y="841800"/>
        <a:ext cx="1618180" cy="589986"/>
      </dsp:txXfrm>
    </dsp:sp>
    <dsp:sp modelId="{B7050186-4FB5-4A46-BFA1-81A4CAF3AC74}">
      <dsp:nvSpPr>
        <dsp:cNvPr id="0" name=""/>
        <dsp:cNvSpPr/>
      </dsp:nvSpPr>
      <dsp:spPr>
        <a:xfrm>
          <a:off x="415500" y="1679582"/>
          <a:ext cx="1217449"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void</a:t>
          </a:r>
        </a:p>
      </dsp:txBody>
      <dsp:txXfrm>
        <a:off x="415500" y="1679582"/>
        <a:ext cx="1217449" cy="589986"/>
      </dsp:txXfrm>
    </dsp:sp>
    <dsp:sp modelId="{AD6FCBA5-107F-4E39-9D14-0F9C209CE42B}">
      <dsp:nvSpPr>
        <dsp:cNvPr id="0" name=""/>
        <dsp:cNvSpPr/>
      </dsp:nvSpPr>
      <dsp:spPr>
        <a:xfrm>
          <a:off x="1911668" y="841800"/>
          <a:ext cx="1618180"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Fundamental </a:t>
          </a:r>
          <a:br>
            <a:rPr lang="en-US" sz="1400" kern="1200" noProof="0" dirty="0">
              <a:latin typeface="Consolas" panose="020B0609020204030204" pitchFamily="49" charset="0"/>
            </a:rPr>
          </a:br>
          <a:r>
            <a:rPr lang="en-US" sz="1400" kern="1200" noProof="0" dirty="0">
              <a:latin typeface="Consolas" panose="020B0609020204030204" pitchFamily="49" charset="0"/>
            </a:rPr>
            <a:t>data type</a:t>
          </a:r>
        </a:p>
      </dsp:txBody>
      <dsp:txXfrm>
        <a:off x="1911668" y="841800"/>
        <a:ext cx="1618180" cy="589986"/>
      </dsp:txXfrm>
    </dsp:sp>
    <dsp:sp modelId="{F0CECF85-B5C3-4F33-9B57-BF760E7F8936}">
      <dsp:nvSpPr>
        <dsp:cNvPr id="0" name=""/>
        <dsp:cNvSpPr/>
      </dsp:nvSpPr>
      <dsp:spPr>
        <a:xfrm>
          <a:off x="2281475" y="1679582"/>
          <a:ext cx="1217449"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rgbClr val="FFC000"/>
              </a:solidFill>
              <a:latin typeface="Consolas" panose="020B0609020204030204" pitchFamily="49" charset="0"/>
            </a:rPr>
            <a:t>char</a:t>
          </a:r>
        </a:p>
      </dsp:txBody>
      <dsp:txXfrm>
        <a:off x="2281475" y="1679582"/>
        <a:ext cx="1217449" cy="589986"/>
      </dsp:txXfrm>
    </dsp:sp>
    <dsp:sp modelId="{AFDD2A41-0AC4-4DD3-BF5A-FAA889D200B5}">
      <dsp:nvSpPr>
        <dsp:cNvPr id="0" name=""/>
        <dsp:cNvSpPr/>
      </dsp:nvSpPr>
      <dsp:spPr>
        <a:xfrm>
          <a:off x="2281475" y="2517363"/>
          <a:ext cx="1217449" cy="589986"/>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rgbClr val="FFFF00"/>
              </a:solidFill>
              <a:latin typeface="Consolas" panose="020B0609020204030204" pitchFamily="49" charset="0"/>
            </a:rPr>
            <a:t>int</a:t>
          </a:r>
        </a:p>
      </dsp:txBody>
      <dsp:txXfrm>
        <a:off x="2281475" y="2517363"/>
        <a:ext cx="1217449" cy="589986"/>
      </dsp:txXfrm>
    </dsp:sp>
    <dsp:sp modelId="{C588F604-4C71-459E-9996-F4A026851A65}">
      <dsp:nvSpPr>
        <dsp:cNvPr id="0" name=""/>
        <dsp:cNvSpPr/>
      </dsp:nvSpPr>
      <dsp:spPr>
        <a:xfrm>
          <a:off x="2281475" y="3355145"/>
          <a:ext cx="1217449" cy="8947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float</a:t>
          </a:r>
          <a:br>
            <a:rPr lang="en-US" sz="1400" kern="1200" noProof="0" dirty="0">
              <a:latin typeface="Consolas" panose="020B0609020204030204" pitchFamily="49" charset="0"/>
            </a:rPr>
          </a:br>
          <a:r>
            <a:rPr lang="en-US" sz="1400" kern="1200" noProof="0" dirty="0">
              <a:latin typeface="Consolas" panose="020B0609020204030204" pitchFamily="49" charset="0"/>
            </a:rPr>
            <a:t>double</a:t>
          </a:r>
          <a:br>
            <a:rPr lang="en-US" sz="1400" kern="1200" noProof="0" dirty="0">
              <a:latin typeface="Consolas" panose="020B0609020204030204" pitchFamily="49" charset="0"/>
            </a:rPr>
          </a:br>
          <a:r>
            <a:rPr lang="en-US" sz="1400" kern="1200" noProof="0" dirty="0">
              <a:latin typeface="Consolas" panose="020B0609020204030204" pitchFamily="49" charset="0"/>
            </a:rPr>
            <a:t>long double</a:t>
          </a:r>
        </a:p>
      </dsp:txBody>
      <dsp:txXfrm>
        <a:off x="2281475" y="3355145"/>
        <a:ext cx="1217449" cy="894709"/>
      </dsp:txXfrm>
    </dsp:sp>
    <dsp:sp modelId="{ECF10C6A-7C39-40A8-BEE0-63935E4B7D7A}">
      <dsp:nvSpPr>
        <dsp:cNvPr id="0" name=""/>
        <dsp:cNvSpPr/>
      </dsp:nvSpPr>
      <dsp:spPr>
        <a:xfrm>
          <a:off x="3742905" y="841800"/>
          <a:ext cx="1618180"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Derived </a:t>
          </a:r>
          <a:br>
            <a:rPr lang="en-US" sz="1400" kern="1200" noProof="0" dirty="0">
              <a:latin typeface="Consolas" panose="020B0609020204030204" pitchFamily="49" charset="0"/>
            </a:rPr>
          </a:br>
          <a:r>
            <a:rPr lang="en-US" sz="1400" kern="1200" noProof="0" dirty="0">
              <a:latin typeface="Consolas" panose="020B0609020204030204" pitchFamily="49" charset="0"/>
            </a:rPr>
            <a:t>data type</a:t>
          </a:r>
        </a:p>
      </dsp:txBody>
      <dsp:txXfrm>
        <a:off x="3742905" y="841800"/>
        <a:ext cx="1618180" cy="589986"/>
      </dsp:txXfrm>
    </dsp:sp>
    <dsp:sp modelId="{0B44B6FA-92BD-4B30-B532-624F03EFA2BF}">
      <dsp:nvSpPr>
        <dsp:cNvPr id="0" name=""/>
        <dsp:cNvSpPr/>
      </dsp:nvSpPr>
      <dsp:spPr>
        <a:xfrm>
          <a:off x="4147450" y="1679582"/>
          <a:ext cx="1217449"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array</a:t>
          </a:r>
        </a:p>
      </dsp:txBody>
      <dsp:txXfrm>
        <a:off x="4147450" y="1679582"/>
        <a:ext cx="1217449" cy="589986"/>
      </dsp:txXfrm>
    </dsp:sp>
    <dsp:sp modelId="{3160FD91-54F0-4EC4-82E6-248CB7045AED}">
      <dsp:nvSpPr>
        <dsp:cNvPr id="0" name=""/>
        <dsp:cNvSpPr/>
      </dsp:nvSpPr>
      <dsp:spPr>
        <a:xfrm>
          <a:off x="4147450" y="2517363"/>
          <a:ext cx="1217449"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function</a:t>
          </a:r>
        </a:p>
      </dsp:txBody>
      <dsp:txXfrm>
        <a:off x="4147450" y="2517363"/>
        <a:ext cx="1217449" cy="589986"/>
      </dsp:txXfrm>
    </dsp:sp>
    <dsp:sp modelId="{828B2909-84FE-4CEF-9A57-4BE5D79BE499}">
      <dsp:nvSpPr>
        <dsp:cNvPr id="0" name=""/>
        <dsp:cNvSpPr/>
      </dsp:nvSpPr>
      <dsp:spPr>
        <a:xfrm>
          <a:off x="4147450" y="3355145"/>
          <a:ext cx="1217449"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pointer</a:t>
          </a:r>
        </a:p>
      </dsp:txBody>
      <dsp:txXfrm>
        <a:off x="4147450" y="3355145"/>
        <a:ext cx="1217449" cy="589986"/>
      </dsp:txXfrm>
    </dsp:sp>
    <dsp:sp modelId="{4EA816CB-6AB7-4D30-91D2-E19223664521}">
      <dsp:nvSpPr>
        <dsp:cNvPr id="0" name=""/>
        <dsp:cNvSpPr/>
      </dsp:nvSpPr>
      <dsp:spPr>
        <a:xfrm>
          <a:off x="5608880" y="841800"/>
          <a:ext cx="1618180"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User-defined </a:t>
          </a:r>
          <a:br>
            <a:rPr lang="en-US" sz="1400" kern="1200" noProof="0" dirty="0">
              <a:latin typeface="Consolas" panose="020B0609020204030204" pitchFamily="49" charset="0"/>
            </a:rPr>
          </a:br>
          <a:r>
            <a:rPr lang="en-US" sz="1400" kern="1200" noProof="0" dirty="0">
              <a:latin typeface="Consolas" panose="020B0609020204030204" pitchFamily="49" charset="0"/>
            </a:rPr>
            <a:t>data type</a:t>
          </a:r>
        </a:p>
      </dsp:txBody>
      <dsp:txXfrm>
        <a:off x="5608880" y="841800"/>
        <a:ext cx="1618180" cy="589986"/>
      </dsp:txXfrm>
    </dsp:sp>
    <dsp:sp modelId="{70190753-20EF-468A-AF58-9CECB07CAC07}">
      <dsp:nvSpPr>
        <dsp:cNvPr id="0" name=""/>
        <dsp:cNvSpPr/>
      </dsp:nvSpPr>
      <dsp:spPr>
        <a:xfrm>
          <a:off x="6013425" y="1679582"/>
          <a:ext cx="1298608"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structure</a:t>
          </a:r>
        </a:p>
      </dsp:txBody>
      <dsp:txXfrm>
        <a:off x="6013425" y="1679582"/>
        <a:ext cx="1298608" cy="589986"/>
      </dsp:txXfrm>
    </dsp:sp>
    <dsp:sp modelId="{66591EBC-DAA4-4B50-99CE-1E8801ECC50E}">
      <dsp:nvSpPr>
        <dsp:cNvPr id="0" name=""/>
        <dsp:cNvSpPr/>
      </dsp:nvSpPr>
      <dsp:spPr>
        <a:xfrm>
          <a:off x="6013425" y="2517363"/>
          <a:ext cx="1298608"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union</a:t>
          </a:r>
        </a:p>
      </dsp:txBody>
      <dsp:txXfrm>
        <a:off x="6013425" y="2517363"/>
        <a:ext cx="1298608" cy="589986"/>
      </dsp:txXfrm>
    </dsp:sp>
    <dsp:sp modelId="{2560D3C0-49B9-4733-B1A3-1F04E90C7D41}">
      <dsp:nvSpPr>
        <dsp:cNvPr id="0" name=""/>
        <dsp:cNvSpPr/>
      </dsp:nvSpPr>
      <dsp:spPr>
        <a:xfrm>
          <a:off x="6013425" y="3355145"/>
          <a:ext cx="1298608" cy="5899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latin typeface="Consolas" panose="020B0609020204030204" pitchFamily="49" charset="0"/>
            </a:rPr>
            <a:t>enumeration</a:t>
          </a:r>
        </a:p>
      </dsp:txBody>
      <dsp:txXfrm>
        <a:off x="6013425" y="3355145"/>
        <a:ext cx="1298608" cy="58998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2025-10-29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2025-10-29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rPr>
              <a:t>- SLET DETTE SLIDE, FØR DU FÆRDIGGØR PRÆSENTATIONEN</a:t>
            </a:r>
            <a:endParaRPr lang="da-DK" dirty="0">
              <a:solidFill>
                <a:srgbClr val="DF6752"/>
              </a:solidFill>
            </a:endParaRPr>
          </a:p>
        </p:txBody>
      </p:sp>
      <p:sp>
        <p:nvSpPr>
          <p:cNvPr id="5" name="Text Box 48"/>
          <p:cNvSpPr txBox="1">
            <a:spLocks noChangeArrowheads="1"/>
          </p:cNvSpPr>
          <p:nvPr userDrawn="1"/>
        </p:nvSpPr>
        <p:spPr bwMode="auto">
          <a:xfrm>
            <a:off x="587375" y="1960595"/>
            <a:ext cx="2327618" cy="320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mn-lt"/>
                <a:cs typeface="Arial" panose="020B0604020202020204" pitchFamily="34" charset="0"/>
              </a:rPr>
              <a:t>AAU-SKABELONER TIL POWERPOINT</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da-DK" sz="900" b="0" dirty="0">
                <a:effectLst/>
                <a:latin typeface="+mn-lt"/>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mn-lt"/>
                <a:ea typeface="Calibri" panose="020F0502020204030204" pitchFamily="34" charset="0"/>
                <a:cs typeface="Times New Roman" panose="02020603050405020304" pitchFamily="18" charset="0"/>
              </a:rPr>
              <a:t> mellem to </a:t>
            </a:r>
            <a:r>
              <a:rPr lang="da-DK" sz="900" b="0" dirty="0">
                <a:effectLst/>
                <a:latin typeface="+mn-lt"/>
                <a:ea typeface="Calibri" panose="020F0502020204030204" pitchFamily="34" charset="0"/>
                <a:cs typeface="Times New Roman" panose="02020603050405020304" pitchFamily="18" charset="0"/>
              </a:rPr>
              <a:t>skabeloner i 16:9-format med</a:t>
            </a:r>
            <a:r>
              <a:rPr lang="da-DK" sz="900" b="0" baseline="0" dirty="0">
                <a:effectLst/>
                <a:latin typeface="+mn-lt"/>
                <a:ea typeface="Calibri" panose="020F0502020204030204" pitchFamily="34" charset="0"/>
                <a:cs typeface="Times New Roman" panose="02020603050405020304" pitchFamily="18" charset="0"/>
              </a:rPr>
              <a:t> enten det danske eller engelske AAU-logo.</a:t>
            </a:r>
            <a:endParaRPr lang="da-DK" sz="900" b="0" dirty="0">
              <a:effectLst/>
              <a:latin typeface="+mn-lt"/>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mn-lt"/>
                <a:ea typeface="Calibri" panose="020F0502020204030204" pitchFamily="34" charset="0"/>
                <a:cs typeface="Times New Roman" panose="02020603050405020304" pitchFamily="18" charset="0"/>
              </a:rPr>
              <a:t>Det</a:t>
            </a:r>
            <a:r>
              <a:rPr lang="da-DK" sz="900" b="0" baseline="0" dirty="0">
                <a:effectLst/>
                <a:latin typeface="+mn-lt"/>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mn-lt"/>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mn-lt"/>
                <a:ea typeface="Calibri" panose="020F0502020204030204" pitchFamily="34" charset="0"/>
                <a:cs typeface="Times New Roman" panose="02020603050405020304" pitchFamily="18" charset="0"/>
                <a:hlinkClick r:id="rId2"/>
              </a:rPr>
              <a:t>powerpoint</a:t>
            </a:r>
            <a:r>
              <a:rPr lang="da-DK" sz="900" b="0" baseline="0" dirty="0">
                <a:effectLst/>
                <a:latin typeface="+mn-lt"/>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Arial" charset="0"/>
                <a:ea typeface="+mn-ea"/>
                <a:cs typeface="Arial" panose="020B0604020202020204" pitchFamily="34" charset="0"/>
              </a:rPr>
              <a:t>SKRIFT</a:t>
            </a:r>
            <a:br>
              <a:rPr lang="da-DK" sz="1000" b="1" kern="1200" spc="300" noProof="1">
                <a:solidFill>
                  <a:schemeClr val="tx1"/>
                </a:solidFill>
                <a:latin typeface="Arial" charset="0"/>
                <a:ea typeface="+mn-ea"/>
                <a:cs typeface="Arial" panose="020B0604020202020204" pitchFamily="34" charset="0"/>
              </a:rPr>
            </a:br>
            <a:br>
              <a:rPr lang="da-DK" sz="1050" b="1" kern="1200" noProof="1">
                <a:solidFill>
                  <a:schemeClr val="tx1"/>
                </a:solidFill>
                <a:latin typeface="Arial" charset="0"/>
                <a:ea typeface="+mn-ea"/>
                <a:cs typeface="Arial" panose="020B0604020202020204" pitchFamily="34" charset="0"/>
              </a:rPr>
            </a:br>
            <a:r>
              <a:rPr lang="da-DK" altLang="da-DK" sz="900" b="0" kern="1200" noProof="1">
                <a:solidFill>
                  <a:schemeClr val="tx1"/>
                </a:solidFill>
                <a:latin typeface="Arial" charset="0"/>
                <a:ea typeface="+mn-ea"/>
                <a:cs typeface="Arial" panose="020B0604020202020204" pitchFamily="34" charset="0"/>
              </a:rPr>
              <a:t>AAU anvender vores</a:t>
            </a:r>
            <a:r>
              <a:rPr lang="da-DK" altLang="da-DK" sz="900" b="0" kern="1200" baseline="0" noProof="1">
                <a:solidFill>
                  <a:schemeClr val="tx1"/>
                </a:solidFill>
                <a:latin typeface="Arial" charset="0"/>
                <a:ea typeface="+mn-ea"/>
                <a:cs typeface="Arial" panose="020B0604020202020204" pitchFamily="34" charset="0"/>
              </a:rPr>
              <a:t> sekundære </a:t>
            </a:r>
            <a:r>
              <a:rPr lang="da-DK" altLang="da-DK" sz="900" b="0" kern="1200" noProof="1">
                <a:solidFill>
                  <a:schemeClr val="tx1"/>
                </a:solidFill>
                <a:latin typeface="Arial" charset="0"/>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1960595"/>
            <a:ext cx="2327618" cy="382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SKABELONENS FARVER</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BILLEDSTØRRELSER</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0" noProof="1">
                <a:solidFill>
                  <a:schemeClr val="tx1"/>
                </a:solidFill>
                <a:latin typeface="+mn-lt"/>
                <a:cs typeface="Arial" panose="020B0604020202020204" pitchFamily="34" charset="0"/>
              </a:rPr>
              <a:t>Sørg</a:t>
            </a:r>
            <a:r>
              <a:rPr lang="da-DK" sz="900" b="0" baseline="0" noProof="1">
                <a:solidFill>
                  <a:schemeClr val="tx1"/>
                </a:solidFill>
                <a:latin typeface="+mn-lt"/>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mn-lt"/>
                <a:cs typeface="Arial" panose="020B0604020202020204" pitchFamily="34" charset="0"/>
              </a:rPr>
            </a:br>
            <a:r>
              <a:rPr lang="da-DK" sz="900" b="1" baseline="0" noProof="1">
                <a:solidFill>
                  <a:schemeClr val="tx1"/>
                </a:solidFill>
                <a:latin typeface="+mn-lt"/>
                <a:cs typeface="Arial" panose="020B0604020202020204" pitchFamily="34" charset="0"/>
              </a:rPr>
              <a:t>Gem som  - Gennemse - Komprimeringsindstillinger. </a:t>
            </a:r>
            <a:r>
              <a:rPr lang="da-DK" sz="900" b="0" baseline="0" noProof="1">
                <a:solidFill>
                  <a:schemeClr val="tx1"/>
                </a:solidFill>
                <a:latin typeface="+mn-lt"/>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1959811"/>
            <a:ext cx="2285301" cy="356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Arial" charset="0"/>
                <a:ea typeface="+mn-ea"/>
                <a:cs typeface="Arial" panose="020B0604020202020204" pitchFamily="34" charset="0"/>
              </a:rPr>
              <a:t>INDSÆT BILLEDE</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På layouts med billedholder: Klik på ikon og vælg </a:t>
            </a:r>
            <a:r>
              <a:rPr lang="da-DK" sz="900" b="1" kern="1200" noProof="1">
                <a:solidFill>
                  <a:schemeClr val="tx1"/>
                </a:solidFill>
                <a:latin typeface="Arial" charset="0"/>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mj-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BESKÆR BILLEDE</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1" kern="1200" noProof="1">
                <a:solidFill>
                  <a:schemeClr val="tx1"/>
                </a:solidFill>
                <a:latin typeface="Arial" charset="0"/>
                <a:ea typeface="+mn-ea"/>
                <a:cs typeface="Arial" panose="020B0604020202020204" pitchFamily="34" charset="0"/>
              </a:rPr>
              <a:t>1</a:t>
            </a:r>
            <a:r>
              <a:rPr lang="da-DK" sz="900" b="0" kern="1200" noProof="1">
                <a:solidFill>
                  <a:schemeClr val="tx1"/>
                </a:solidFill>
                <a:latin typeface="Arial" charset="0"/>
                <a:ea typeface="+mn-ea"/>
                <a:cs typeface="Arial" panose="020B0604020202020204" pitchFamily="34" charset="0"/>
              </a:rPr>
              <a:t>. Klik </a:t>
            </a:r>
            <a:r>
              <a:rPr lang="da-DK" sz="900" b="1" kern="1200" noProof="1">
                <a:solidFill>
                  <a:schemeClr val="tx1"/>
                </a:solidFill>
                <a:latin typeface="Arial" charset="0"/>
                <a:ea typeface="+mn-ea"/>
                <a:cs typeface="Arial" panose="020B0604020202020204" pitchFamily="34" charset="0"/>
              </a:rPr>
              <a:t>Beskær</a:t>
            </a:r>
            <a:r>
              <a:rPr lang="da-DK" sz="900" b="0" kern="1200" noProof="1">
                <a:solidFill>
                  <a:schemeClr val="tx1"/>
                </a:solidFill>
                <a:latin typeface="Arial" charset="0"/>
                <a:ea typeface="+mn-ea"/>
                <a:cs typeface="Arial" panose="020B0604020202020204" pitchFamily="34" charset="0"/>
              </a:rPr>
              <a:t> </a:t>
            </a:r>
            <a:r>
              <a:rPr lang="da-DK" sz="900" b="0" i="1" kern="1200" noProof="1">
                <a:solidFill>
                  <a:schemeClr val="tx1"/>
                </a:solidFill>
                <a:latin typeface="Arial" charset="0"/>
                <a:ea typeface="+mn-ea"/>
                <a:cs typeface="Arial" panose="020B0604020202020204" pitchFamily="34" charset="0"/>
              </a:rPr>
              <a:t>(højreklik på billedet og tryk på ikonet som er vist til højre) </a:t>
            </a:r>
            <a:r>
              <a:rPr lang="da-DK" sz="900" b="0" kern="1200" noProof="1">
                <a:solidFill>
                  <a:schemeClr val="tx1"/>
                </a:solidFill>
                <a:latin typeface="Arial" charset="0"/>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Ønsker du at skalere billedet </a:t>
            </a:r>
            <a:r>
              <a:rPr lang="da-DK" sz="900" i="1" kern="1200" noProof="1">
                <a:solidFill>
                  <a:schemeClr val="tx1"/>
                </a:solidFill>
                <a:latin typeface="Arial" charset="0"/>
                <a:ea typeface="+mn-ea"/>
                <a:cs typeface="Arial" panose="020B0604020202020204" pitchFamily="34" charset="0"/>
              </a:rPr>
              <a:t>(ændre billedets størrelse uden at ændre dets proportioner)</a:t>
            </a:r>
            <a:r>
              <a:rPr lang="da-DK" sz="900" b="0" i="1" kern="1200" noProof="1">
                <a:solidFill>
                  <a:schemeClr val="tx1"/>
                </a:solidFill>
                <a:latin typeface="Arial" charset="0"/>
                <a:ea typeface="+mn-ea"/>
                <a:cs typeface="Arial" panose="020B0604020202020204" pitchFamily="34" charset="0"/>
              </a:rPr>
              <a:t>, </a:t>
            </a:r>
            <a:r>
              <a:rPr lang="da-DK" sz="900" b="0" kern="1200" noProof="1">
                <a:solidFill>
                  <a:schemeClr val="tx1"/>
                </a:solidFill>
                <a:latin typeface="Arial" charset="0"/>
                <a:ea typeface="+mn-ea"/>
                <a:cs typeface="Arial" panose="020B0604020202020204" pitchFamily="34" charset="0"/>
              </a:rPr>
              <a:t>så hold </a:t>
            </a:r>
            <a:r>
              <a:rPr lang="da-DK" sz="900" b="1" kern="1200" noProof="1">
                <a:solidFill>
                  <a:schemeClr val="tx1"/>
                </a:solidFill>
                <a:latin typeface="Arial" charset="0"/>
                <a:ea typeface="+mn-ea"/>
                <a:cs typeface="Arial" panose="020B0604020202020204" pitchFamily="34" charset="0"/>
              </a:rPr>
              <a:t>SHIFT</a:t>
            </a:r>
            <a:r>
              <a:rPr lang="da-DK" sz="900" b="0" kern="1200" noProof="1">
                <a:solidFill>
                  <a:schemeClr val="tx1"/>
                </a:solidFill>
                <a:latin typeface="Arial" charset="0"/>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3. </a:t>
            </a:r>
            <a:r>
              <a:rPr lang="da-DK" sz="900" b="0" kern="1200" noProof="1">
                <a:solidFill>
                  <a:schemeClr val="tx1"/>
                </a:solidFill>
                <a:latin typeface="Arial" charset="0"/>
                <a:ea typeface="+mn-ea"/>
                <a:cs typeface="Arial" panose="020B0604020202020204" pitchFamily="34" charset="0"/>
              </a:rPr>
              <a:t>Højreklik på billedet og vælg </a:t>
            </a:r>
            <a:r>
              <a:rPr lang="da-DK" sz="900" b="1" kern="1200" noProof="1">
                <a:solidFill>
                  <a:schemeClr val="tx1"/>
                </a:solidFill>
                <a:latin typeface="Arial" charset="0"/>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Tip: </a:t>
            </a:r>
            <a:r>
              <a:rPr lang="da-DK" sz="900" b="0" kern="1200" noProof="1">
                <a:solidFill>
                  <a:schemeClr val="tx1"/>
                </a:solidFill>
                <a:latin typeface="Arial" charset="0"/>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Arial" charset="0"/>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936014"/>
            <a:ext cx="2517848" cy="58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MERE INFORMATION</a:t>
            </a:r>
          </a:p>
          <a:p>
            <a:pPr eaLnBrk="1" hangingPunct="1">
              <a:lnSpc>
                <a:spcPct val="90000"/>
              </a:lnSpc>
              <a:spcAft>
                <a:spcPts val="600"/>
              </a:spcAft>
              <a:defRPr/>
            </a:pPr>
            <a:br>
              <a:rPr lang="da-DK" sz="900" b="1" noProof="1">
                <a:solidFill>
                  <a:schemeClr val="tx1"/>
                </a:solidFill>
                <a:latin typeface="+mn-lt"/>
                <a:cs typeface="Arial" panose="020B0604020202020204" pitchFamily="34" charset="0"/>
              </a:rPr>
            </a:br>
            <a:r>
              <a:rPr lang="da-DK" sz="900" b="0" noProof="1">
                <a:solidFill>
                  <a:schemeClr val="tx1"/>
                </a:solidFill>
                <a:latin typeface="+mn-lt"/>
                <a:cs typeface="Arial" panose="020B0604020202020204" pitchFamily="34" charset="0"/>
              </a:rPr>
              <a:t>Se</a:t>
            </a:r>
            <a:r>
              <a:rPr lang="da-DK" sz="900" b="0" baseline="0" noProof="1">
                <a:solidFill>
                  <a:schemeClr val="tx1"/>
                </a:solidFill>
                <a:latin typeface="+mn-lt"/>
                <a:cs typeface="Arial" panose="020B0604020202020204" pitchFamily="34" charset="0"/>
              </a:rPr>
              <a:t> designguiden</a:t>
            </a:r>
            <a:r>
              <a:rPr lang="da-DK" sz="900" b="0" noProof="1">
                <a:solidFill>
                  <a:schemeClr val="tx1"/>
                </a:solidFill>
                <a:latin typeface="+mn-lt"/>
                <a:cs typeface="Arial" panose="020B0604020202020204" pitchFamily="34" charset="0"/>
              </a:rPr>
              <a:t> på</a:t>
            </a:r>
            <a:br>
              <a:rPr lang="da-DK" sz="900" b="0" baseline="0" noProof="1">
                <a:solidFill>
                  <a:schemeClr val="tx1"/>
                </a:solidFill>
                <a:latin typeface="+mn-lt"/>
                <a:cs typeface="Arial" panose="020B0604020202020204" pitchFamily="34" charset="0"/>
              </a:rPr>
            </a:br>
            <a:r>
              <a:rPr lang="da-DK" sz="900" b="0" kern="1200" baseline="0" dirty="0">
                <a:solidFill>
                  <a:schemeClr val="tx1"/>
                </a:solidFill>
                <a:effectLst/>
                <a:latin typeface="Arial" charset="0"/>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j-lt"/>
              <a:cs typeface="Arial" panose="020B0604020202020204" pitchFamily="34" charset="0"/>
            </a:endParaRPr>
          </a:p>
        </p:txBody>
      </p:sp>
      <p:sp>
        <p:nvSpPr>
          <p:cNvPr id="16" name="Text Box 48"/>
          <p:cNvSpPr txBox="1">
            <a:spLocks noChangeArrowheads="1"/>
          </p:cNvSpPr>
          <p:nvPr userDrawn="1"/>
        </p:nvSpPr>
        <p:spPr bwMode="auto">
          <a:xfrm>
            <a:off x="3428374" y="1959811"/>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mn-lt"/>
                <a:ea typeface="+mn-ea"/>
                <a:cs typeface="Arial" panose="020B0604020202020204" pitchFamily="34" charset="0"/>
              </a:rPr>
              <a:t>LAV NYT DIAS/SLIDE </a:t>
            </a:r>
            <a:r>
              <a:rPr lang="da-DK" sz="900" b="0" kern="1200" spc="0" noProof="1">
                <a:solidFill>
                  <a:schemeClr val="tx1"/>
                </a:solidFill>
                <a:latin typeface="Arial" charset="0"/>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Arial" charset="0"/>
                <a:ea typeface="+mn-ea"/>
                <a:cs typeface="Arial" panose="020B0604020202020204" pitchFamily="34" charset="0"/>
              </a:rPr>
              <a:t> </a:t>
            </a:r>
            <a:br>
              <a:rPr lang="da-DK" sz="800" b="1" kern="1200" noProof="1">
                <a:solidFill>
                  <a:schemeClr val="tx1"/>
                </a:solidFill>
                <a:latin typeface="Arial" charset="0"/>
                <a:ea typeface="+mn-ea"/>
                <a:cs typeface="Arial" panose="020B0604020202020204" pitchFamily="34" charset="0"/>
              </a:rPr>
            </a:br>
            <a:r>
              <a:rPr lang="da-DK" altLang="da-DK" sz="900" b="1" kern="1200" noProof="1">
                <a:solidFill>
                  <a:schemeClr val="tx1"/>
                </a:solidFill>
                <a:latin typeface="Arial" charset="0"/>
                <a:ea typeface="+mn-ea"/>
                <a:cs typeface="Arial" panose="020B0604020202020204" pitchFamily="34" charset="0"/>
              </a:rPr>
              <a:t>1. </a:t>
            </a:r>
            <a:r>
              <a:rPr lang="da-DK" altLang="da-DK" sz="900" kern="1200" noProof="1">
                <a:solidFill>
                  <a:schemeClr val="tx1"/>
                </a:solidFill>
                <a:latin typeface="Arial" charset="0"/>
                <a:ea typeface="+mn-ea"/>
                <a:cs typeface="Arial" panose="020B0604020202020204" pitchFamily="34" charset="0"/>
              </a:rPr>
              <a:t>Klik på </a:t>
            </a:r>
            <a:r>
              <a:rPr lang="da-DK" altLang="da-DK" sz="900" b="1" kern="1200" noProof="1">
                <a:solidFill>
                  <a:schemeClr val="tx1"/>
                </a:solidFill>
                <a:latin typeface="Arial" charset="0"/>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mn-lt"/>
                <a:cs typeface="Arial" panose="020B0604020202020204" pitchFamily="34" charset="0"/>
              </a:rPr>
              <a:t>2.</a:t>
            </a:r>
            <a:r>
              <a:rPr lang="da-DK" altLang="da-DK" sz="900" b="1" baseline="0" noProof="1">
                <a:solidFill>
                  <a:schemeClr val="tx1"/>
                </a:solidFill>
                <a:latin typeface="+mn-lt"/>
                <a:cs typeface="Arial" panose="020B0604020202020204" pitchFamily="34" charset="0"/>
              </a:rPr>
              <a:t> </a:t>
            </a:r>
            <a:r>
              <a:rPr lang="da-DK" altLang="da-DK" sz="900" baseline="0" noProof="1">
                <a:solidFill>
                  <a:schemeClr val="tx1"/>
                </a:solidFill>
                <a:latin typeface="+mn-lt"/>
                <a:cs typeface="Arial" panose="020B0604020202020204" pitchFamily="34" charset="0"/>
              </a:rPr>
              <a:t>Under knappen </a:t>
            </a:r>
            <a:r>
              <a:rPr lang="da-DK" altLang="da-DK" sz="900" b="1" baseline="0" noProof="1">
                <a:solidFill>
                  <a:schemeClr val="tx1"/>
                </a:solidFill>
                <a:latin typeface="+mn-lt"/>
                <a:cs typeface="Arial" panose="020B0604020202020204" pitchFamily="34" charset="0"/>
              </a:rPr>
              <a:t>Nyt dias/Nyt slide</a:t>
            </a:r>
            <a:r>
              <a:rPr lang="da-DK" altLang="da-DK" sz="9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mn-lt"/>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Arial" charset="0"/>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For at få et ensartet udtryk i vores præsentationer er der</a:t>
            </a:r>
            <a:r>
              <a:rPr lang="da-DK" sz="900" b="0" kern="1200" baseline="0" noProof="1">
                <a:solidFill>
                  <a:schemeClr val="tx1"/>
                </a:solidFill>
                <a:latin typeface="Arial" charset="0"/>
                <a:ea typeface="+mn-ea"/>
                <a:cs typeface="Arial" panose="020B0604020202020204" pitchFamily="34" charset="0"/>
              </a:rPr>
              <a:t> guidelines i form af </a:t>
            </a:r>
            <a:r>
              <a:rPr lang="da-DK" sz="900" b="1" kern="1200" baseline="0" noProof="1">
                <a:solidFill>
                  <a:schemeClr val="tx1"/>
                </a:solidFill>
                <a:latin typeface="Arial" charset="0"/>
                <a:ea typeface="+mn-ea"/>
                <a:cs typeface="Arial" panose="020B0604020202020204" pitchFamily="34" charset="0"/>
              </a:rPr>
              <a:t>Hjælpelinjer. </a:t>
            </a:r>
            <a:r>
              <a:rPr lang="da-DK" sz="900" b="0" kern="1200" baseline="0" noProof="1">
                <a:solidFill>
                  <a:schemeClr val="tx1"/>
                </a:solidFill>
                <a:latin typeface="Arial" charset="0"/>
                <a:ea typeface="+mn-ea"/>
                <a:cs typeface="Arial" panose="020B0604020202020204" pitchFamily="34" charset="0"/>
              </a:rPr>
              <a:t>For at se disse: </a:t>
            </a:r>
            <a:endParaRPr lang="da-DK" sz="900" b="0" kern="12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1. </a:t>
            </a:r>
            <a:r>
              <a:rPr lang="da-DK" sz="900" b="0" kern="1200" noProof="1">
                <a:solidFill>
                  <a:schemeClr val="tx1"/>
                </a:solidFill>
                <a:latin typeface="Arial" charset="0"/>
                <a:ea typeface="+mn-ea"/>
                <a:cs typeface="Arial" panose="020B0604020202020204" pitchFamily="34" charset="0"/>
              </a:rPr>
              <a:t>Klik på </a:t>
            </a:r>
            <a:r>
              <a:rPr lang="da-DK" sz="900" b="1" kern="1200" noProof="1">
                <a:solidFill>
                  <a:schemeClr val="tx1"/>
                </a:solidFill>
                <a:latin typeface="Arial" charset="0"/>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Vælg </a:t>
            </a:r>
            <a:r>
              <a:rPr lang="da-DK" sz="900" b="1" kern="1200" noProof="1">
                <a:solidFill>
                  <a:schemeClr val="tx1"/>
                </a:solidFill>
                <a:latin typeface="Arial" charset="0"/>
                <a:ea typeface="+mn-ea"/>
                <a:cs typeface="Arial" panose="020B0604020202020204" pitchFamily="34" charset="0"/>
              </a:rPr>
              <a:t>Gitterlinjer</a:t>
            </a:r>
            <a:r>
              <a:rPr lang="da-DK" sz="900" b="0" kern="1200" noProof="1">
                <a:solidFill>
                  <a:schemeClr val="tx1"/>
                </a:solidFill>
                <a:latin typeface="Arial" charset="0"/>
                <a:ea typeface="+mn-ea"/>
                <a:cs typeface="Arial" panose="020B0604020202020204" pitchFamily="34" charset="0"/>
              </a:rPr>
              <a:t> og/eller </a:t>
            </a:r>
            <a:r>
              <a:rPr lang="da-DK" sz="900" b="1" kern="1200" noProof="1">
                <a:solidFill>
                  <a:schemeClr val="tx1"/>
                </a:solidFill>
                <a:latin typeface="Arial" charset="0"/>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Arial" charset="0"/>
                <a:ea typeface="+mn-ea"/>
                <a:cs typeface="Arial" panose="020B0604020202020204" pitchFamily="34" charset="0"/>
              </a:rPr>
              <a:t>Tip: </a:t>
            </a:r>
            <a:r>
              <a:rPr lang="da-DK" sz="900" b="0" kern="1200" noProof="1">
                <a:solidFill>
                  <a:srgbClr val="DF6752"/>
                </a:solidFill>
                <a:latin typeface="Arial" charset="0"/>
                <a:ea typeface="+mn-ea"/>
                <a:cs typeface="Arial" panose="020B0604020202020204" pitchFamily="34" charset="0"/>
              </a:rPr>
              <a:t>Tryk </a:t>
            </a:r>
            <a:r>
              <a:rPr lang="da-DK" sz="900" b="1" kern="1200" noProof="1">
                <a:solidFill>
                  <a:srgbClr val="DF6752"/>
                </a:solidFill>
                <a:latin typeface="Arial" charset="0"/>
                <a:ea typeface="+mn-ea"/>
                <a:cs typeface="Arial" panose="020B0604020202020204" pitchFamily="34" charset="0"/>
              </a:rPr>
              <a:t>Alt + F9</a:t>
            </a:r>
            <a:r>
              <a:rPr lang="da-DK" sz="900" b="0" kern="1200" noProof="1">
                <a:solidFill>
                  <a:srgbClr val="DF6752"/>
                </a:solidFill>
                <a:latin typeface="Arial" charset="0"/>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t>BRUGERGUIDE</a:t>
            </a:r>
            <a:br>
              <a:rPr lang="en-US" sz="3600" b="1" spc="300" dirty="0"/>
            </a:br>
            <a:endParaRPr lang="da-DK" sz="3600" b="1" spc="300" dirty="0"/>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285750" indent="-285750">
              <a:buFontTx/>
              <a:buBlip>
                <a:blip r:embed="rId2"/>
              </a:buBlip>
              <a:defRPr/>
            </a:lvl1pPr>
          </a:lstStyle>
          <a:p>
            <a:pPr lvl="0"/>
            <a:r>
              <a:rPr lang="da-DK"/>
              <a:t>Indsæt bullets</a:t>
            </a:r>
            <a:endParaRPr lang="da-DK" dirty="0"/>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26" name="Title 4"/>
          <p:cNvSpPr>
            <a:spLocks noGrp="1"/>
          </p:cNvSpPr>
          <p:nvPr>
            <p:ph type="title" hasCustomPrompt="1"/>
          </p:nvPr>
        </p:nvSpPr>
        <p:spPr>
          <a:xfrm>
            <a:off x="587375" y="370764"/>
            <a:ext cx="4516438" cy="1473911"/>
          </a:xfrm>
        </p:spPr>
        <p:txBody>
          <a:bodyPr/>
          <a:lstStyle>
            <a:lvl1pPr>
              <a:defRPr sz="3600"/>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285750" indent="-285750">
              <a:buFontTx/>
              <a:buBlip>
                <a:blip r:embed="rId3"/>
              </a:buBlip>
              <a:defRPr/>
            </a:lvl1pPr>
          </a:lstStyle>
          <a:p>
            <a:pPr lvl="0"/>
            <a:r>
              <a:rPr lang="da-DK"/>
              <a:t>Indsæt </a:t>
            </a:r>
            <a:r>
              <a:rPr lang="da-DK" dirty="0" err="1"/>
              <a:t>bullets</a:t>
            </a:r>
            <a:endParaRPr lang="da-DK"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285750" indent="-285750">
              <a:buFontTx/>
              <a:buBlip>
                <a:blip r:embed="rId2"/>
              </a:buBlip>
              <a:defRPr sz="1600" baseline="0"/>
            </a:lvl2pPr>
          </a:lstStyle>
          <a:p>
            <a:pPr lvl="1"/>
            <a:r>
              <a:rPr lang="da-DK"/>
              <a:t>Indsæt bullets</a:t>
            </a:r>
            <a:endParaRPr lang="da-DK" dirty="0"/>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0"/>
            <a:ext cx="742791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46860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285750" indent="-285750">
              <a:lnSpc>
                <a:spcPct val="100000"/>
              </a:lnSpc>
              <a:spcBef>
                <a:spcPts val="600"/>
              </a:spcBef>
              <a:buFontTx/>
              <a:buBlip>
                <a:blip r:embed="rId2"/>
              </a:buBlip>
              <a:defRPr sz="1600" baseline="0"/>
            </a:lvl1pPr>
          </a:lstStyle>
          <a:p>
            <a:pPr lvl="0"/>
            <a:r>
              <a:rPr lang="da-DK"/>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Pladsholder til tekst 3"/>
          <p:cNvSpPr>
            <a:spLocks noGrp="1"/>
          </p:cNvSpPr>
          <p:nvPr>
            <p:ph type="body" sz="quarter" idx="17" hasCustomPrompt="1"/>
          </p:nvPr>
        </p:nvSpPr>
        <p:spPr>
          <a:xfrm>
            <a:off x="8027662" y="2927417"/>
            <a:ext cx="3673420" cy="3222624"/>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285750" indent="-285750">
              <a:lnSpc>
                <a:spcPct val="100000"/>
              </a:lnSpc>
              <a:spcBef>
                <a:spcPts val="600"/>
              </a:spcBef>
              <a:buFontTx/>
              <a:buBlip>
                <a:blip r:embed="rId2"/>
              </a:buBlip>
              <a:defRPr sz="1600" baseline="0"/>
            </a:lvl1pPr>
          </a:lstStyle>
          <a:p>
            <a:pPr lvl="0"/>
            <a:r>
              <a:rPr lang="da-DK"/>
              <a:t>Indsæt </a:t>
            </a:r>
            <a:r>
              <a:rPr lang="da-DK" dirty="0" err="1"/>
              <a:t>bullets</a:t>
            </a:r>
            <a:endParaRPr lang="da-DK" dirty="0"/>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28" r:id="rId10"/>
    <p:sldLayoutId id="2147484032" r:id="rId11"/>
    <p:sldLayoutId id="2147484052" r:id="rId12"/>
    <p:sldLayoutId id="2147484054" r:id="rId13"/>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p:titleStyle>
    <p:bodyStyle>
      <a:lvl1pPr marL="285750" indent="-285750" algn="l" defTabSz="914318" rtl="0" eaLnBrk="1" latinLnBrk="0" hangingPunct="1">
        <a:lnSpc>
          <a:spcPct val="120000"/>
        </a:lnSpc>
        <a:spcBef>
          <a:spcPts val="1000"/>
        </a:spcBef>
        <a:buFontTx/>
        <a:buBlip>
          <a:blip r:embed="rId15"/>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5"/>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6"/>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6"/>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6"/>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www.tutorialspoint.com/enum-in-c" TargetMode="Externa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hyperlink" Target="https://docs.arduino.cc/language-reference/"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hyperlink" Target="https://www.w3schools.com/c/c_structs.php" TargetMode="Externa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tutorialspoint.com/cprogramming/index.htm" TargetMode="Externa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tpcg.io/Cuc5OR5N" TargetMode="External"/><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hyperlink" Target="https://www.unicode.org/charts/PDF/U0080.pdf" TargetMode="External"/><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hyperlink" Target="http://tpcg.io/nE2yUHUP" TargetMode="Externa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2441575" y="2676493"/>
            <a:ext cx="7341129" cy="752507"/>
          </a:xfrm>
        </p:spPr>
        <p:txBody>
          <a:bodyPr/>
          <a:lstStyle/>
          <a:p>
            <a:r>
              <a:rPr lang="da-DK" dirty="0">
                <a:latin typeface="Consolas" panose="020B0609020204030204" pitchFamily="49" charset="0"/>
              </a:rPr>
              <a:t>Programmering</a:t>
            </a:r>
          </a:p>
        </p:txBody>
      </p:sp>
      <p:sp>
        <p:nvSpPr>
          <p:cNvPr id="7" name="Pladsholder til tekst 6"/>
          <p:cNvSpPr>
            <a:spLocks noGrp="1"/>
          </p:cNvSpPr>
          <p:nvPr>
            <p:ph type="body" sz="quarter" idx="12"/>
          </p:nvPr>
        </p:nvSpPr>
        <p:spPr>
          <a:xfrm>
            <a:off x="2441575" y="3965291"/>
            <a:ext cx="7341129" cy="412750"/>
          </a:xfrm>
        </p:spPr>
        <p:txBody>
          <a:bodyPr/>
          <a:lstStyle/>
          <a:p>
            <a:r>
              <a:rPr lang="da-DK" dirty="0">
                <a:latin typeface="Consolas" panose="020B0609020204030204" pitchFamily="49" charset="0"/>
              </a:rPr>
              <a:t>Avancerede datatyper</a:t>
            </a:r>
          </a:p>
        </p:txBody>
      </p:sp>
      <p:grpSp>
        <p:nvGrpSpPr>
          <p:cNvPr id="10" name="Gruppe 9"/>
          <p:cNvGrpSpPr/>
          <p:nvPr/>
        </p:nvGrpSpPr>
        <p:grpSpPr>
          <a:xfrm>
            <a:off x="5466450" y="6027162"/>
            <a:ext cx="1272706" cy="669100"/>
            <a:chOff x="5387975" y="5659438"/>
            <a:chExt cx="1573213" cy="827087"/>
          </a:xfrm>
          <a:solidFill>
            <a:schemeClr val="bg1"/>
          </a:solidFill>
        </p:grpSpPr>
        <p:grpSp>
          <p:nvGrpSpPr>
            <p:cNvPr id="11" name="Gruppe 10"/>
            <p:cNvGrpSpPr/>
            <p:nvPr userDrawn="1"/>
          </p:nvGrpSpPr>
          <p:grpSpPr>
            <a:xfrm>
              <a:off x="5387975" y="6407150"/>
              <a:ext cx="1573213" cy="79375"/>
              <a:chOff x="5387975" y="6407150"/>
              <a:chExt cx="1573213" cy="79375"/>
            </a:xfrm>
            <a:grpFill/>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0"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1"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2"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33"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nvGrpSpPr>
            <p:cNvPr id="12" name="Gruppe 11"/>
            <p:cNvGrpSpPr/>
            <p:nvPr userDrawn="1"/>
          </p:nvGrpSpPr>
          <p:grpSpPr>
            <a:xfrm>
              <a:off x="5880100" y="5659438"/>
              <a:ext cx="511175" cy="544512"/>
              <a:chOff x="5880100" y="5659438"/>
              <a:chExt cx="511175" cy="544512"/>
            </a:xfrm>
            <a:grp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latin typeface="Consolas" panose="020B0609020204030204" pitchFamily="49" charset="0"/>
                </a:endParaRPr>
              </a:p>
            </p:txBody>
          </p:sp>
        </p:grpSp>
      </p:grpSp>
      <p:sp>
        <p:nvSpPr>
          <p:cNvPr id="2" name="TextBox 1">
            <a:extLst>
              <a:ext uri="{FF2B5EF4-FFF2-40B4-BE49-F238E27FC236}">
                <a16:creationId xmlns:a16="http://schemas.microsoft.com/office/drawing/2014/main" id="{B86BEAC6-68DB-0A79-D10D-D84F852CC729}"/>
              </a:ext>
            </a:extLst>
          </p:cNvPr>
          <p:cNvSpPr txBox="1"/>
          <p:nvPr/>
        </p:nvSpPr>
        <p:spPr>
          <a:xfrm>
            <a:off x="2432881" y="3255893"/>
            <a:ext cx="7341128" cy="369332"/>
          </a:xfrm>
          <a:prstGeom prst="rect">
            <a:avLst/>
          </a:prstGeom>
          <a:solidFill>
            <a:schemeClr val="bg1"/>
          </a:solidFill>
        </p:spPr>
        <p:txBody>
          <a:bodyPr wrap="square" rtlCol="0">
            <a:spAutoFit/>
          </a:bodyPr>
          <a:ls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r>
              <a:rPr lang="da-DK" dirty="0"/>
              <a:t>01-09-2024</a:t>
            </a:r>
            <a:endParaRPr lang="en-DK" dirty="0"/>
          </a:p>
        </p:txBody>
      </p:sp>
    </p:spTree>
    <p:extLst>
      <p:ext uri="{BB962C8B-B14F-4D97-AF65-F5344CB8AC3E}">
        <p14:creationId xmlns:p14="http://schemas.microsoft.com/office/powerpoint/2010/main" val="229067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035D5B-BE7B-FCBF-C78A-FAE42083DBE6}"/>
              </a:ext>
            </a:extLst>
          </p:cNvPr>
          <p:cNvSpPr>
            <a:spLocks noGrp="1"/>
          </p:cNvSpPr>
          <p:nvPr>
            <p:ph type="title"/>
          </p:nvPr>
        </p:nvSpPr>
        <p:spPr/>
        <p:txBody>
          <a:bodyPr/>
          <a:lstStyle/>
          <a:p>
            <a:r>
              <a:rPr lang="en-US" dirty="0"/>
              <a:t>Recap</a:t>
            </a:r>
            <a:endParaRPr lang="da-DK" dirty="0"/>
          </a:p>
        </p:txBody>
      </p:sp>
      <p:sp>
        <p:nvSpPr>
          <p:cNvPr id="6" name="Text Placeholder 5">
            <a:extLst>
              <a:ext uri="{FF2B5EF4-FFF2-40B4-BE49-F238E27FC236}">
                <a16:creationId xmlns:a16="http://schemas.microsoft.com/office/drawing/2014/main" id="{9DFEA675-2BEA-EF20-5626-862974998D87}"/>
              </a:ext>
            </a:extLst>
          </p:cNvPr>
          <p:cNvSpPr>
            <a:spLocks noGrp="1"/>
          </p:cNvSpPr>
          <p:nvPr>
            <p:ph type="body" sz="quarter" idx="12"/>
          </p:nvPr>
        </p:nvSpPr>
        <p:spPr/>
        <p:txBody>
          <a:bodyPr/>
          <a:lstStyle/>
          <a:p>
            <a:r>
              <a:rPr lang="en-US" dirty="0"/>
              <a:t>Pointers (</a:t>
            </a:r>
            <a:r>
              <a:rPr lang="en-US" dirty="0" err="1"/>
              <a:t>recap_pointers.c</a:t>
            </a:r>
            <a:r>
              <a:rPr lang="en-US" dirty="0"/>
              <a:t>)</a:t>
            </a:r>
          </a:p>
          <a:p>
            <a:r>
              <a:rPr lang="en-US" dirty="0"/>
              <a:t>Arrays (</a:t>
            </a:r>
            <a:r>
              <a:rPr lang="en-US" dirty="0" err="1"/>
              <a:t>recap_arrays.c</a:t>
            </a:r>
            <a:r>
              <a:rPr lang="en-US" dirty="0"/>
              <a:t>)</a:t>
            </a:r>
          </a:p>
          <a:p>
            <a:r>
              <a:rPr lang="en-US" dirty="0"/>
              <a:t>Strings (</a:t>
            </a:r>
            <a:r>
              <a:rPr lang="en-US" dirty="0" err="1"/>
              <a:t>recap_strings.c</a:t>
            </a:r>
            <a:r>
              <a:rPr lang="en-US" dirty="0"/>
              <a:t>)</a:t>
            </a:r>
          </a:p>
          <a:p>
            <a:r>
              <a:rPr lang="da-DK" dirty="0" err="1"/>
              <a:t>Loading</a:t>
            </a:r>
            <a:r>
              <a:rPr lang="da-DK" dirty="0"/>
              <a:t> data </a:t>
            </a:r>
            <a:r>
              <a:rPr lang="da-DK" dirty="0" err="1"/>
              <a:t>into</a:t>
            </a:r>
            <a:r>
              <a:rPr lang="da-DK" dirty="0"/>
              <a:t> a program (</a:t>
            </a:r>
            <a:r>
              <a:rPr lang="da-DK" dirty="0" err="1"/>
              <a:t>load_data.c</a:t>
            </a:r>
            <a:r>
              <a:rPr lang="da-DK" dirty="0"/>
              <a:t> og data.csv)</a:t>
            </a:r>
          </a:p>
        </p:txBody>
      </p:sp>
    </p:spTree>
    <p:extLst>
      <p:ext uri="{BB962C8B-B14F-4D97-AF65-F5344CB8AC3E}">
        <p14:creationId xmlns:p14="http://schemas.microsoft.com/office/powerpoint/2010/main" val="989058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A372DC-8896-02DC-BC62-A28E78536783}"/>
              </a:ext>
            </a:extLst>
          </p:cNvPr>
          <p:cNvSpPr>
            <a:spLocks noGrp="1"/>
          </p:cNvSpPr>
          <p:nvPr>
            <p:ph type="sldNum" sz="quarter" idx="4"/>
          </p:nvPr>
        </p:nvSpPr>
        <p:spPr/>
        <p:txBody>
          <a:bodyPr/>
          <a:lstStyle/>
          <a:p>
            <a:fld id="{D8D877B3-D348-4611-9BDB-C5374591D951}" type="slidenum">
              <a:rPr lang="en-US" smtClean="0"/>
              <a:pPr/>
              <a:t>3</a:t>
            </a:fld>
            <a:endParaRPr lang="en-US" dirty="0"/>
          </a:p>
        </p:txBody>
      </p:sp>
      <p:sp>
        <p:nvSpPr>
          <p:cNvPr id="3" name="Title 2">
            <a:extLst>
              <a:ext uri="{FF2B5EF4-FFF2-40B4-BE49-F238E27FC236}">
                <a16:creationId xmlns:a16="http://schemas.microsoft.com/office/drawing/2014/main" id="{627731DB-F5DC-F23C-0F97-4E28B45A16F6}"/>
              </a:ext>
            </a:extLst>
          </p:cNvPr>
          <p:cNvSpPr>
            <a:spLocks noGrp="1"/>
          </p:cNvSpPr>
          <p:nvPr>
            <p:ph type="title"/>
          </p:nvPr>
        </p:nvSpPr>
        <p:spPr/>
        <p:txBody>
          <a:bodyPr/>
          <a:lstStyle/>
          <a:p>
            <a:r>
              <a:rPr lang="en-US" dirty="0" err="1"/>
              <a:t>Opgave</a:t>
            </a:r>
            <a:r>
              <a:rPr lang="en-US" dirty="0"/>
              <a:t> Q1</a:t>
            </a:r>
            <a:endParaRPr lang="LID4096" dirty="0"/>
          </a:p>
        </p:txBody>
      </p:sp>
      <p:sp>
        <p:nvSpPr>
          <p:cNvPr id="4" name="Text Placeholder 3">
            <a:extLst>
              <a:ext uri="{FF2B5EF4-FFF2-40B4-BE49-F238E27FC236}">
                <a16:creationId xmlns:a16="http://schemas.microsoft.com/office/drawing/2014/main" id="{335F558F-F9FD-7A07-CD10-7431D1C789B5}"/>
              </a:ext>
            </a:extLst>
          </p:cNvPr>
          <p:cNvSpPr>
            <a:spLocks noGrp="1"/>
          </p:cNvSpPr>
          <p:nvPr>
            <p:ph type="body" sz="quarter" idx="12"/>
          </p:nvPr>
        </p:nvSpPr>
        <p:spPr/>
        <p:txBody>
          <a:bodyPr/>
          <a:lstStyle/>
          <a:p>
            <a:r>
              <a:rPr lang="en-US" dirty="0" err="1"/>
              <a:t>Hvad</a:t>
            </a:r>
            <a:r>
              <a:rPr lang="en-US" dirty="0"/>
              <a:t> er </a:t>
            </a:r>
            <a:r>
              <a:rPr lang="en-US" dirty="0" err="1"/>
              <a:t>en</a:t>
            </a:r>
            <a:r>
              <a:rPr lang="en-US" dirty="0"/>
              <a:t> </a:t>
            </a:r>
            <a:r>
              <a:rPr lang="en-US" dirty="0" err="1"/>
              <a:t>advanceret</a:t>
            </a:r>
            <a:r>
              <a:rPr lang="en-US" dirty="0"/>
              <a:t> datatype?</a:t>
            </a:r>
          </a:p>
          <a:p>
            <a:endParaRPr lang="en-US" dirty="0"/>
          </a:p>
          <a:p>
            <a:endParaRPr lang="en-US" dirty="0"/>
          </a:p>
          <a:p>
            <a:r>
              <a:rPr lang="en-US" dirty="0"/>
              <a:t>Har du set </a:t>
            </a:r>
            <a:r>
              <a:rPr lang="en-US" dirty="0" err="1"/>
              <a:t>nogle</a:t>
            </a:r>
            <a:r>
              <a:rPr lang="en-US" dirty="0"/>
              <a:t> </a:t>
            </a:r>
            <a:r>
              <a:rPr lang="en-US" dirty="0" err="1"/>
              <a:t>advancerede</a:t>
            </a:r>
            <a:r>
              <a:rPr lang="en-US" dirty="0"/>
              <a:t> </a:t>
            </a:r>
            <a:r>
              <a:rPr lang="en-US" dirty="0" err="1"/>
              <a:t>datatyper</a:t>
            </a:r>
            <a:r>
              <a:rPr lang="en-US" dirty="0"/>
              <a:t> </a:t>
            </a:r>
            <a:r>
              <a:rPr lang="en-US" dirty="0" err="1"/>
              <a:t>allerede</a:t>
            </a:r>
            <a:r>
              <a:rPr lang="en-US" dirty="0"/>
              <a:t>?</a:t>
            </a:r>
          </a:p>
          <a:p>
            <a:endParaRPr lang="LID4096" dirty="0"/>
          </a:p>
        </p:txBody>
      </p:sp>
    </p:spTree>
    <p:extLst>
      <p:ext uri="{BB962C8B-B14F-4D97-AF65-F5344CB8AC3E}">
        <p14:creationId xmlns:p14="http://schemas.microsoft.com/office/powerpoint/2010/main" val="3053989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A372DC-8896-02DC-BC62-A28E78536783}"/>
              </a:ext>
            </a:extLst>
          </p:cNvPr>
          <p:cNvSpPr>
            <a:spLocks noGrp="1"/>
          </p:cNvSpPr>
          <p:nvPr>
            <p:ph type="sldNum" sz="quarter" idx="4"/>
          </p:nvPr>
        </p:nvSpPr>
        <p:spPr/>
        <p:txBody>
          <a:bodyPr/>
          <a:lstStyle/>
          <a:p>
            <a:fld id="{D8D877B3-D348-4611-9BDB-C5374591D951}" type="slidenum">
              <a:rPr lang="en-US" smtClean="0"/>
              <a:pPr/>
              <a:t>4</a:t>
            </a:fld>
            <a:endParaRPr lang="en-US" dirty="0"/>
          </a:p>
        </p:txBody>
      </p:sp>
      <p:sp>
        <p:nvSpPr>
          <p:cNvPr id="3" name="Title 2">
            <a:extLst>
              <a:ext uri="{FF2B5EF4-FFF2-40B4-BE49-F238E27FC236}">
                <a16:creationId xmlns:a16="http://schemas.microsoft.com/office/drawing/2014/main" id="{627731DB-F5DC-F23C-0F97-4E28B45A16F6}"/>
              </a:ext>
            </a:extLst>
          </p:cNvPr>
          <p:cNvSpPr>
            <a:spLocks noGrp="1"/>
          </p:cNvSpPr>
          <p:nvPr>
            <p:ph type="title"/>
          </p:nvPr>
        </p:nvSpPr>
        <p:spPr/>
        <p:txBody>
          <a:bodyPr/>
          <a:lstStyle/>
          <a:p>
            <a:r>
              <a:rPr lang="en-US" dirty="0" err="1"/>
              <a:t>Opgave</a:t>
            </a:r>
            <a:r>
              <a:rPr lang="en-US" dirty="0"/>
              <a:t> A1</a:t>
            </a:r>
            <a:endParaRPr lang="LID4096" dirty="0"/>
          </a:p>
        </p:txBody>
      </p:sp>
      <p:sp>
        <p:nvSpPr>
          <p:cNvPr id="4" name="Text Placeholder 3">
            <a:extLst>
              <a:ext uri="{FF2B5EF4-FFF2-40B4-BE49-F238E27FC236}">
                <a16:creationId xmlns:a16="http://schemas.microsoft.com/office/drawing/2014/main" id="{335F558F-F9FD-7A07-CD10-7431D1C789B5}"/>
              </a:ext>
            </a:extLst>
          </p:cNvPr>
          <p:cNvSpPr>
            <a:spLocks noGrp="1"/>
          </p:cNvSpPr>
          <p:nvPr>
            <p:ph type="body" sz="quarter" idx="12"/>
          </p:nvPr>
        </p:nvSpPr>
        <p:spPr/>
        <p:txBody>
          <a:bodyPr/>
          <a:lstStyle/>
          <a:p>
            <a:r>
              <a:rPr lang="en-US" dirty="0" err="1"/>
              <a:t>Hvad</a:t>
            </a:r>
            <a:r>
              <a:rPr lang="en-US" dirty="0"/>
              <a:t> er </a:t>
            </a:r>
            <a:r>
              <a:rPr lang="en-US" dirty="0" err="1"/>
              <a:t>en</a:t>
            </a:r>
            <a:r>
              <a:rPr lang="en-US" dirty="0"/>
              <a:t> </a:t>
            </a:r>
            <a:r>
              <a:rPr lang="en-US" dirty="0" err="1"/>
              <a:t>advanceret</a:t>
            </a:r>
            <a:r>
              <a:rPr lang="en-US" dirty="0"/>
              <a:t> datatype?</a:t>
            </a:r>
          </a:p>
          <a:p>
            <a:pPr marL="0" indent="0">
              <a:buNone/>
            </a:pPr>
            <a:r>
              <a:rPr lang="en-US" dirty="0"/>
              <a:t>	</a:t>
            </a:r>
            <a:r>
              <a:rPr lang="en-US" dirty="0" err="1"/>
              <a:t>strukturer</a:t>
            </a:r>
            <a:r>
              <a:rPr lang="en-US" dirty="0"/>
              <a:t>, </a:t>
            </a:r>
            <a:r>
              <a:rPr lang="en-US" dirty="0" err="1"/>
              <a:t>som</a:t>
            </a:r>
            <a:r>
              <a:rPr lang="en-US" dirty="0"/>
              <a:t> </a:t>
            </a:r>
            <a:r>
              <a:rPr lang="en-US" dirty="0" err="1"/>
              <a:t>kan</a:t>
            </a:r>
            <a:r>
              <a:rPr lang="en-US" dirty="0"/>
              <a:t> </a:t>
            </a:r>
            <a:r>
              <a:rPr lang="en-US" dirty="0" err="1"/>
              <a:t>holde</a:t>
            </a:r>
            <a:r>
              <a:rPr lang="en-US" dirty="0"/>
              <a:t> mere end et </a:t>
            </a:r>
            <a:r>
              <a:rPr lang="en-US" dirty="0" err="1"/>
              <a:t>tal</a:t>
            </a:r>
            <a:r>
              <a:rPr lang="en-US" dirty="0"/>
              <a:t>.</a:t>
            </a:r>
          </a:p>
          <a:p>
            <a:pPr marL="0" indent="0">
              <a:buNone/>
            </a:pPr>
            <a:r>
              <a:rPr lang="en-US" dirty="0"/>
              <a:t>	burger-</a:t>
            </a:r>
            <a:r>
              <a:rPr lang="en-US" dirty="0" err="1"/>
              <a:t>defineret</a:t>
            </a:r>
            <a:r>
              <a:rPr lang="en-US" dirty="0"/>
              <a:t> </a:t>
            </a:r>
            <a:r>
              <a:rPr lang="en-US" dirty="0" err="1"/>
              <a:t>egenskaber</a:t>
            </a:r>
            <a:endParaRPr lang="en-US" dirty="0"/>
          </a:p>
          <a:p>
            <a:r>
              <a:rPr lang="en-US" dirty="0"/>
              <a:t>Har du set </a:t>
            </a:r>
            <a:r>
              <a:rPr lang="en-US" dirty="0" err="1"/>
              <a:t>nogle</a:t>
            </a:r>
            <a:r>
              <a:rPr lang="en-US" dirty="0"/>
              <a:t> </a:t>
            </a:r>
            <a:r>
              <a:rPr lang="en-US" dirty="0" err="1"/>
              <a:t>advancerede</a:t>
            </a:r>
            <a:r>
              <a:rPr lang="en-US" dirty="0"/>
              <a:t> </a:t>
            </a:r>
            <a:r>
              <a:rPr lang="en-US" dirty="0" err="1"/>
              <a:t>datatyper</a:t>
            </a:r>
            <a:r>
              <a:rPr lang="en-US" dirty="0"/>
              <a:t> </a:t>
            </a:r>
            <a:r>
              <a:rPr lang="en-US" dirty="0" err="1"/>
              <a:t>allerede</a:t>
            </a:r>
            <a:r>
              <a:rPr lang="en-US" dirty="0"/>
              <a:t>?</a:t>
            </a:r>
          </a:p>
          <a:p>
            <a:pPr marL="0" indent="0">
              <a:buNone/>
            </a:pPr>
            <a:r>
              <a:rPr lang="en-US" dirty="0"/>
              <a:t>	</a:t>
            </a:r>
            <a:r>
              <a:rPr lang="en-US" dirty="0" err="1"/>
              <a:t>funktioner</a:t>
            </a:r>
            <a:endParaRPr lang="en-US" dirty="0"/>
          </a:p>
          <a:p>
            <a:pPr marL="0" indent="0">
              <a:buNone/>
            </a:pPr>
            <a:r>
              <a:rPr lang="en-US" dirty="0"/>
              <a:t>	arrays</a:t>
            </a:r>
          </a:p>
          <a:p>
            <a:pPr marL="0" indent="0">
              <a:buNone/>
            </a:pPr>
            <a:r>
              <a:rPr lang="en-US" dirty="0"/>
              <a:t>	pointers</a:t>
            </a:r>
          </a:p>
          <a:p>
            <a:pPr marL="0" indent="0">
              <a:buNone/>
            </a:pPr>
            <a:r>
              <a:rPr lang="en-US" dirty="0"/>
              <a:t>	</a:t>
            </a:r>
          </a:p>
          <a:p>
            <a:endParaRPr lang="LID4096" dirty="0"/>
          </a:p>
        </p:txBody>
      </p:sp>
    </p:spTree>
    <p:extLst>
      <p:ext uri="{BB962C8B-B14F-4D97-AF65-F5344CB8AC3E}">
        <p14:creationId xmlns:p14="http://schemas.microsoft.com/office/powerpoint/2010/main" val="59463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5</a:t>
            </a:fld>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latin typeface="Consolas" panose="020B0609020204030204" pitchFamily="49" charset="0"/>
              </a:rPr>
              <a:t>L</a:t>
            </a:r>
            <a:r>
              <a:rPr lang="da-DK" dirty="0" err="1">
                <a:latin typeface="Consolas" panose="020B0609020204030204" pitchFamily="49" charset="0"/>
              </a:rPr>
              <a:t>æringsmål</a:t>
            </a:r>
            <a:r>
              <a:rPr lang="da-DK" dirty="0">
                <a:latin typeface="Consolas" panose="020B0609020204030204" pitchFamily="49" charset="0"/>
              </a:rPr>
              <a:t> </a:t>
            </a:r>
            <a:r>
              <a:rPr lang="da-DK" dirty="0" err="1">
                <a:latin typeface="Consolas" panose="020B0609020204030204" pitchFamily="49" charset="0"/>
              </a:rPr>
              <a:t>idag</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pPr marL="0" indent="0">
              <a:buNone/>
            </a:pPr>
            <a:r>
              <a:rPr lang="da-DK" b="1" u="sng" dirty="0">
                <a:latin typeface="Consolas" panose="020B0609020204030204" pitchFamily="49" charset="0"/>
              </a:rPr>
              <a:t>Viden om Avancerede datatyper i C</a:t>
            </a:r>
          </a:p>
          <a:p>
            <a:r>
              <a:rPr lang="da-DK" b="1" dirty="0" err="1">
                <a:latin typeface="Consolas" panose="020B0609020204030204" pitchFamily="49" charset="0"/>
              </a:rPr>
              <a:t>Structs</a:t>
            </a:r>
            <a:endParaRPr lang="da-DK" b="1" dirty="0">
              <a:latin typeface="Consolas" panose="020B0609020204030204" pitchFamily="49" charset="0"/>
            </a:endParaRPr>
          </a:p>
          <a:p>
            <a:r>
              <a:rPr lang="da-DK" dirty="0">
                <a:latin typeface="Consolas" panose="020B0609020204030204" pitchFamily="49" charset="0"/>
              </a:rPr>
              <a:t>Unions</a:t>
            </a:r>
          </a:p>
          <a:p>
            <a:r>
              <a:rPr lang="da-DK" dirty="0" err="1">
                <a:latin typeface="Consolas" panose="020B0609020204030204" pitchFamily="49" charset="0"/>
              </a:rPr>
              <a:t>Enumerate</a:t>
            </a:r>
            <a:endParaRPr lang="da-DK" dirty="0">
              <a:latin typeface="Consolas" panose="020B0609020204030204" pitchFamily="49" charset="0"/>
            </a:endParaRPr>
          </a:p>
          <a:p>
            <a:r>
              <a:rPr lang="da-DK" dirty="0" err="1">
                <a:latin typeface="Consolas" panose="020B0609020204030204" pitchFamily="49" charset="0"/>
              </a:rPr>
              <a:t>structures</a:t>
            </a:r>
            <a:r>
              <a:rPr lang="da-DK" dirty="0">
                <a:latin typeface="Consolas" panose="020B0609020204030204" pitchFamily="49" charset="0"/>
              </a:rPr>
              <a:t> og arrays</a:t>
            </a:r>
          </a:p>
          <a:p>
            <a:endParaRPr lang="da-DK" dirty="0">
              <a:latin typeface="Consolas" panose="020B0609020204030204" pitchFamily="49" charset="0"/>
            </a:endParaRPr>
          </a:p>
          <a:p>
            <a:endParaRPr lang="da-DK" dirty="0">
              <a:latin typeface="Consolas" panose="020B0609020204030204" pitchFamily="49" charset="0"/>
            </a:endParaRPr>
          </a:p>
          <a:p>
            <a:pPr marL="0" indent="0">
              <a:buNone/>
            </a:pPr>
            <a:endParaRPr lang="da-DK" dirty="0">
              <a:latin typeface="Consolas" panose="020B0609020204030204" pitchFamily="49" charset="0"/>
            </a:endParaRPr>
          </a:p>
          <a:p>
            <a:endParaRPr lang="da-DK" dirty="0">
              <a:latin typeface="Consolas" panose="020B0609020204030204" pitchFamily="49" charset="0"/>
            </a:endParaRPr>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1137263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ladsholder til tekst 5"/>
          <p:cNvSpPr>
            <a:spLocks noGrp="1"/>
          </p:cNvSpPr>
          <p:nvPr>
            <p:ph type="body" sz="quarter" idx="12"/>
          </p:nvPr>
        </p:nvSpPr>
        <p:spPr>
          <a:xfrm>
            <a:off x="587375" y="2143359"/>
            <a:ext cx="5116195" cy="3752115"/>
          </a:xfrm>
        </p:spPr>
        <p:txBody>
          <a:bodyPr>
            <a:normAutofit/>
          </a:bodyPr>
          <a:lstStyle/>
          <a:p>
            <a:pPr marL="0" indent="0">
              <a:buNone/>
            </a:pPr>
            <a:r>
              <a:rPr lang="da-DK" sz="2000" dirty="0">
                <a:latin typeface="Consolas" panose="020B0609020204030204" pitchFamily="49" charset="0"/>
              </a:rPr>
              <a:t>Eksempler på avancerede </a:t>
            </a:r>
            <a:br>
              <a:rPr lang="da-DK" sz="2000" dirty="0">
                <a:latin typeface="Consolas" panose="020B0609020204030204" pitchFamily="49" charset="0"/>
              </a:rPr>
            </a:br>
            <a:r>
              <a:rPr lang="da-DK" sz="2000" dirty="0">
                <a:latin typeface="Consolas" panose="020B0609020204030204" pitchFamily="49" charset="0"/>
              </a:rPr>
              <a:t>(</a:t>
            </a:r>
            <a:r>
              <a:rPr lang="da-DK" sz="2000" dirty="0" err="1">
                <a:latin typeface="Consolas" panose="020B0609020204030204" pitchFamily="49" charset="0"/>
              </a:rPr>
              <a:t>derived</a:t>
            </a:r>
            <a:r>
              <a:rPr lang="da-DK" sz="2000" dirty="0">
                <a:latin typeface="Consolas" panose="020B0609020204030204" pitchFamily="49" charset="0"/>
              </a:rPr>
              <a:t> + user-</a:t>
            </a:r>
            <a:r>
              <a:rPr lang="da-DK" sz="2000" dirty="0" err="1">
                <a:latin typeface="Consolas" panose="020B0609020204030204" pitchFamily="49" charset="0"/>
              </a:rPr>
              <a:t>defined</a:t>
            </a:r>
            <a:r>
              <a:rPr lang="da-DK" sz="2000" dirty="0">
                <a:latin typeface="Consolas" panose="020B0609020204030204" pitchFamily="49" charset="0"/>
              </a:rPr>
              <a:t>) datatyper:</a:t>
            </a:r>
          </a:p>
          <a:p>
            <a:pPr>
              <a:buFont typeface="Arial" panose="020B0604020202020204" pitchFamily="34" charset="0"/>
              <a:buChar char="•"/>
            </a:pPr>
            <a:endParaRPr lang="da-DK" sz="2000" dirty="0">
              <a:latin typeface="Consolas" panose="020B0609020204030204" pitchFamily="49" charset="0"/>
            </a:endParaRPr>
          </a:p>
          <a:p>
            <a:pPr>
              <a:buFont typeface="Arial" panose="020B0604020202020204" pitchFamily="34" charset="0"/>
              <a:buChar char="•"/>
            </a:pPr>
            <a:r>
              <a:rPr lang="da-DK" sz="2000" i="1" dirty="0">
                <a:solidFill>
                  <a:schemeClr val="bg2">
                    <a:lumMod val="75000"/>
                  </a:schemeClr>
                </a:solidFill>
                <a:latin typeface="Consolas" panose="020B0609020204030204" pitchFamily="49" charset="0"/>
              </a:rPr>
              <a:t>Arrays</a:t>
            </a:r>
            <a:r>
              <a:rPr lang="da-DK" sz="2000" dirty="0">
                <a:latin typeface="Consolas" panose="020B0609020204030204" pitchFamily="49" charset="0"/>
              </a:rPr>
              <a:t>	</a:t>
            </a:r>
          </a:p>
          <a:p>
            <a:pPr>
              <a:buFont typeface="Arial" panose="020B0604020202020204" pitchFamily="34" charset="0"/>
              <a:buChar char="•"/>
            </a:pPr>
            <a:r>
              <a:rPr lang="da-DK" sz="2000" i="1" dirty="0" err="1">
                <a:solidFill>
                  <a:schemeClr val="bg2">
                    <a:lumMod val="75000"/>
                  </a:schemeClr>
                </a:solidFill>
                <a:latin typeface="Consolas" panose="020B0609020204030204" pitchFamily="49" charset="0"/>
              </a:rPr>
              <a:t>Functions</a:t>
            </a:r>
            <a:r>
              <a:rPr lang="da-DK" sz="2000" dirty="0">
                <a:latin typeface="Consolas" panose="020B0609020204030204" pitchFamily="49" charset="0"/>
              </a:rPr>
              <a:t> 	</a:t>
            </a:r>
          </a:p>
          <a:p>
            <a:pPr>
              <a:buFont typeface="Arial" panose="020B0604020202020204" pitchFamily="34" charset="0"/>
              <a:buChar char="•"/>
            </a:pPr>
            <a:r>
              <a:rPr lang="da-DK" sz="2000" dirty="0">
                <a:solidFill>
                  <a:schemeClr val="bg2">
                    <a:lumMod val="75000"/>
                  </a:schemeClr>
                </a:solidFill>
                <a:latin typeface="Consolas" panose="020B0609020204030204" pitchFamily="49" charset="0"/>
              </a:rPr>
              <a:t>Pointers</a:t>
            </a:r>
            <a:r>
              <a:rPr lang="da-DK" sz="2000" dirty="0">
                <a:latin typeface="Consolas" panose="020B0609020204030204" pitchFamily="49" charset="0"/>
              </a:rPr>
              <a:t> 	</a:t>
            </a:r>
          </a:p>
          <a:p>
            <a:pPr>
              <a:buFont typeface="Arial" panose="020B0604020202020204" pitchFamily="34" charset="0"/>
              <a:buChar char="•"/>
            </a:pPr>
            <a:r>
              <a:rPr lang="da-DK" sz="2000" b="1" dirty="0" err="1">
                <a:latin typeface="Consolas" panose="020B0609020204030204" pitchFamily="49" charset="0"/>
              </a:rPr>
              <a:t>Structures</a:t>
            </a:r>
            <a:r>
              <a:rPr lang="da-DK" sz="2000" dirty="0">
                <a:latin typeface="Consolas" panose="020B0609020204030204" pitchFamily="49" charset="0"/>
              </a:rPr>
              <a:t> 	</a:t>
            </a:r>
          </a:p>
          <a:p>
            <a:pPr>
              <a:buFont typeface="Arial" panose="020B0604020202020204" pitchFamily="34" charset="0"/>
              <a:buChar char="•"/>
            </a:pPr>
            <a:r>
              <a:rPr lang="da-DK" sz="2000" dirty="0">
                <a:latin typeface="Consolas" panose="020B0609020204030204" pitchFamily="49" charset="0"/>
              </a:rPr>
              <a:t>Unions 	</a:t>
            </a:r>
          </a:p>
          <a:p>
            <a:pPr>
              <a:buFont typeface="Arial" panose="020B0604020202020204" pitchFamily="34" charset="0"/>
              <a:buChar char="•"/>
            </a:pPr>
            <a:r>
              <a:rPr lang="da-DK" sz="2000" dirty="0" err="1">
                <a:latin typeface="Consolas" panose="020B0609020204030204" pitchFamily="49" charset="0"/>
              </a:rPr>
              <a:t>Enumeration</a:t>
            </a:r>
            <a:r>
              <a:rPr lang="da-DK" sz="2000" dirty="0">
                <a:latin typeface="Consolas" panose="020B0609020204030204" pitchFamily="49" charset="0"/>
              </a:rPr>
              <a:t>	</a:t>
            </a:r>
          </a:p>
          <a:p>
            <a:pPr>
              <a:buFont typeface="Arial" panose="020B0604020202020204" pitchFamily="34" charset="0"/>
              <a:buChar char="•"/>
            </a:pPr>
            <a:endParaRPr lang="da-DK" sz="2000" dirty="0">
              <a:latin typeface="Consolas" panose="020B0609020204030204" pitchFamily="49" charset="0"/>
            </a:endParaRPr>
          </a:p>
        </p:txBody>
      </p:sp>
      <p:graphicFrame>
        <p:nvGraphicFramePr>
          <p:cNvPr id="2" name="Diagram 1">
            <a:extLst>
              <a:ext uri="{FF2B5EF4-FFF2-40B4-BE49-F238E27FC236}">
                <a16:creationId xmlns:a16="http://schemas.microsoft.com/office/drawing/2014/main" id="{B4E44DBE-DC0C-4A10-A54B-52F81366C5F7}"/>
              </a:ext>
            </a:extLst>
          </p:cNvPr>
          <p:cNvGraphicFramePr/>
          <p:nvPr>
            <p:extLst>
              <p:ext uri="{D42A27DB-BD31-4B8C-83A1-F6EECF244321}">
                <p14:modId xmlns:p14="http://schemas.microsoft.com/office/powerpoint/2010/main" val="829746842"/>
              </p:ext>
            </p:extLst>
          </p:nvPr>
        </p:nvGraphicFramePr>
        <p:xfrm>
          <a:off x="4647644" y="1980892"/>
          <a:ext cx="7322989" cy="4253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ktangel 4">
            <a:extLst>
              <a:ext uri="{FF2B5EF4-FFF2-40B4-BE49-F238E27FC236}">
                <a16:creationId xmlns:a16="http://schemas.microsoft.com/office/drawing/2014/main" id="{7AD71319-BCAD-4F3E-9CAE-C992134EC6FD}"/>
              </a:ext>
            </a:extLst>
          </p:cNvPr>
          <p:cNvSpPr/>
          <p:nvPr/>
        </p:nvSpPr>
        <p:spPr>
          <a:xfrm>
            <a:off x="8412480" y="3538330"/>
            <a:ext cx="3705308" cy="25444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felt 7">
            <a:extLst>
              <a:ext uri="{FF2B5EF4-FFF2-40B4-BE49-F238E27FC236}">
                <a16:creationId xmlns:a16="http://schemas.microsoft.com/office/drawing/2014/main" id="{64DCD6DB-2FB4-4736-9BB6-D9C9FA5E6642}"/>
              </a:ext>
            </a:extLst>
          </p:cNvPr>
          <p:cNvSpPr txBox="1"/>
          <p:nvPr/>
        </p:nvSpPr>
        <p:spPr>
          <a:xfrm>
            <a:off x="8412480" y="6050100"/>
            <a:ext cx="2623905" cy="646331"/>
          </a:xfrm>
          <a:prstGeom prst="rect">
            <a:avLst/>
          </a:prstGeom>
          <a:noFill/>
        </p:spPr>
        <p:txBody>
          <a:bodyPr wrap="square">
            <a:spAutoFit/>
          </a:bodyPr>
          <a:lstStyle/>
          <a:p>
            <a:r>
              <a:rPr lang="da-DK" dirty="0">
                <a:solidFill>
                  <a:srgbClr val="FF0000"/>
                </a:solidFill>
                <a:latin typeface="Consolas" panose="020B0609020204030204" pitchFamily="49" charset="0"/>
              </a:rPr>
              <a:t>avancerede datatyper</a:t>
            </a:r>
            <a:endParaRPr lang="en-US" dirty="0">
              <a:solidFill>
                <a:srgbClr val="FF0000"/>
              </a:solidFill>
              <a:latin typeface="Consolas" panose="020B0609020204030204" pitchFamily="49" charset="0"/>
            </a:endParaRPr>
          </a:p>
        </p:txBody>
      </p:sp>
      <p:sp>
        <p:nvSpPr>
          <p:cNvPr id="10" name="Title 3">
            <a:extLst>
              <a:ext uri="{FF2B5EF4-FFF2-40B4-BE49-F238E27FC236}">
                <a16:creationId xmlns:a16="http://schemas.microsoft.com/office/drawing/2014/main" id="{D05F08F9-F800-CD19-BAE4-658DC9C51330}"/>
              </a:ext>
            </a:extLst>
          </p:cNvPr>
          <p:cNvSpPr>
            <a:spLocks noGrp="1"/>
          </p:cNvSpPr>
          <p:nvPr>
            <p:ph type="title"/>
          </p:nvPr>
        </p:nvSpPr>
        <p:spPr>
          <a:xfrm>
            <a:off x="587374" y="358775"/>
            <a:ext cx="9708531" cy="1622425"/>
          </a:xfrm>
        </p:spPr>
        <p:txBody>
          <a:bodyPr/>
          <a:lstStyle/>
          <a:p>
            <a:r>
              <a:rPr lang="en-US" sz="3200" dirty="0">
                <a:latin typeface="Consolas" panose="020B0609020204030204" pitchFamily="49" charset="0"/>
              </a:rPr>
              <a:t>L</a:t>
            </a:r>
            <a:r>
              <a:rPr lang="da-DK" sz="3200" dirty="0" err="1">
                <a:latin typeface="Consolas" panose="020B0609020204030204" pitchFamily="49" charset="0"/>
              </a:rPr>
              <a:t>æringsmål</a:t>
            </a:r>
            <a:r>
              <a:rPr lang="da-DK" sz="3200" dirty="0">
                <a:latin typeface="Consolas" panose="020B0609020204030204" pitchFamily="49" charset="0"/>
              </a:rPr>
              <a:t> gennemgang </a:t>
            </a:r>
            <a:r>
              <a:rPr lang="da-DK" sz="3200" dirty="0" err="1">
                <a:latin typeface="Consolas" panose="020B0609020204030204" pitchFamily="49" charset="0"/>
              </a:rPr>
              <a:t>idag</a:t>
            </a:r>
            <a:endParaRPr lang="en-DK" sz="3200" dirty="0">
              <a:latin typeface="Consolas" panose="020B0609020204030204" pitchFamily="49" charset="0"/>
            </a:endParaRPr>
          </a:p>
        </p:txBody>
      </p:sp>
    </p:spTree>
    <p:extLst>
      <p:ext uri="{BB962C8B-B14F-4D97-AF65-F5344CB8AC3E}">
        <p14:creationId xmlns:p14="http://schemas.microsoft.com/office/powerpoint/2010/main" val="2153325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D04815C8-4133-4D00-AE83-D6A4B58EE4F9}"/>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7</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B9BD86FD-0F1F-4416-AD67-596B58DFE868}"/>
              </a:ext>
            </a:extLst>
          </p:cNvPr>
          <p:cNvSpPr>
            <a:spLocks noGrp="1"/>
          </p:cNvSpPr>
          <p:nvPr>
            <p:ph type="title"/>
          </p:nvPr>
        </p:nvSpPr>
        <p:spPr/>
        <p:txBody>
          <a:bodyPr/>
          <a:lstStyle/>
          <a:p>
            <a:r>
              <a:rPr lang="da-DK" dirty="0" err="1">
                <a:latin typeface="Consolas" panose="020B0609020204030204" pitchFamily="49" charset="0"/>
              </a:rPr>
              <a:t>Structures</a:t>
            </a:r>
            <a:r>
              <a:rPr lang="da-DK" dirty="0">
                <a:latin typeface="Consolas" panose="020B0609020204030204" pitchFamily="49" charset="0"/>
              </a:rPr>
              <a:t> (</a:t>
            </a:r>
            <a:r>
              <a:rPr lang="da-DK" dirty="0" err="1">
                <a:latin typeface="Consolas" panose="020B0609020204030204" pitchFamily="49" charset="0"/>
              </a:rPr>
              <a:t>struct</a:t>
            </a:r>
            <a:r>
              <a:rPr lang="da-DK" dirty="0">
                <a:latin typeface="Consolas" panose="020B0609020204030204" pitchFamily="49" charset="0"/>
              </a:rPr>
              <a:t>)</a:t>
            </a:r>
            <a:endParaRPr lang="en-US" dirty="0">
              <a:latin typeface="Consolas" panose="020B0609020204030204" pitchFamily="49" charset="0"/>
            </a:endParaRPr>
          </a:p>
        </p:txBody>
      </p:sp>
      <p:pic>
        <p:nvPicPr>
          <p:cNvPr id="8" name="Billede 7">
            <a:extLst>
              <a:ext uri="{FF2B5EF4-FFF2-40B4-BE49-F238E27FC236}">
                <a16:creationId xmlns:a16="http://schemas.microsoft.com/office/drawing/2014/main" id="{3B8C03ED-25DE-46BE-8181-734301660EFC}"/>
              </a:ext>
            </a:extLst>
          </p:cNvPr>
          <p:cNvPicPr>
            <a:picLocks noChangeAspect="1"/>
          </p:cNvPicPr>
          <p:nvPr/>
        </p:nvPicPr>
        <p:blipFill>
          <a:blip r:embed="rId2"/>
          <a:stretch>
            <a:fillRect/>
          </a:stretch>
        </p:blipFill>
        <p:spPr>
          <a:xfrm>
            <a:off x="554182" y="2417448"/>
            <a:ext cx="11083636" cy="2968030"/>
          </a:xfrm>
          <a:prstGeom prst="rect">
            <a:avLst/>
          </a:prstGeom>
        </p:spPr>
      </p:pic>
    </p:spTree>
    <p:extLst>
      <p:ext uri="{BB962C8B-B14F-4D97-AF65-F5344CB8AC3E}">
        <p14:creationId xmlns:p14="http://schemas.microsoft.com/office/powerpoint/2010/main" val="1792429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E866F4-9F04-86D4-ACC4-57A42C9BBB6A}"/>
              </a:ext>
            </a:extLst>
          </p:cNvPr>
          <p:cNvSpPr>
            <a:spLocks noGrp="1"/>
          </p:cNvSpPr>
          <p:nvPr>
            <p:ph type="title"/>
          </p:nvPr>
        </p:nvSpPr>
        <p:spPr/>
        <p:txBody>
          <a:bodyPr/>
          <a:lstStyle/>
          <a:p>
            <a:r>
              <a:rPr lang="da-DK" dirty="0" err="1">
                <a:latin typeface="Consolas" panose="020B0609020204030204" pitchFamily="49" charset="0"/>
              </a:rPr>
              <a:t>Structures</a:t>
            </a:r>
            <a:endParaRPr lang="LID4096" dirty="0">
              <a:latin typeface="Consolas" panose="020B0609020204030204" pitchFamily="49" charset="0"/>
            </a:endParaRPr>
          </a:p>
        </p:txBody>
      </p:sp>
      <p:sp>
        <p:nvSpPr>
          <p:cNvPr id="3" name="Slide Number Placeholder 2">
            <a:extLst>
              <a:ext uri="{FF2B5EF4-FFF2-40B4-BE49-F238E27FC236}">
                <a16:creationId xmlns:a16="http://schemas.microsoft.com/office/drawing/2014/main" id="{C037B091-E0E3-3DB0-8EE5-871025647A02}"/>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8</a:t>
            </a:fld>
            <a:endParaRPr lang="en-US" dirty="0">
              <a:latin typeface="Consolas" panose="020B0609020204030204" pitchFamily="49" charset="0"/>
            </a:endParaRPr>
          </a:p>
        </p:txBody>
      </p:sp>
      <p:sp>
        <p:nvSpPr>
          <p:cNvPr id="9" name="TextBox 8">
            <a:extLst>
              <a:ext uri="{FF2B5EF4-FFF2-40B4-BE49-F238E27FC236}">
                <a16:creationId xmlns:a16="http://schemas.microsoft.com/office/drawing/2014/main" id="{D7F66A11-4D30-E5D5-A367-354FE2160F95}"/>
              </a:ext>
            </a:extLst>
          </p:cNvPr>
          <p:cNvSpPr txBox="1"/>
          <p:nvPr/>
        </p:nvSpPr>
        <p:spPr>
          <a:xfrm>
            <a:off x="587374" y="1715503"/>
            <a:ext cx="11234519" cy="3970318"/>
          </a:xfrm>
          <a:prstGeom prst="rect">
            <a:avLst/>
          </a:prstGeom>
          <a:solidFill>
            <a:schemeClr val="bg1">
              <a:lumMod val="95000"/>
            </a:schemeClr>
          </a:solidFill>
        </p:spPr>
        <p:txBody>
          <a:bodyPr wrap="square">
            <a:spAutoFit/>
          </a:bodyPr>
          <a:lstStyle/>
          <a:p>
            <a:pPr marL="228600" indent="-228600">
              <a:buFont typeface="+mj-lt"/>
              <a:buAutoNum type="arabicPeriod"/>
            </a:pPr>
            <a:r>
              <a:rPr lang="en-US" b="0" dirty="0">
                <a:solidFill>
                  <a:srgbClr val="0F4A85"/>
                </a:solidFill>
                <a:effectLst/>
                <a:latin typeface="Consolas" panose="020B0609020204030204" pitchFamily="49" charset="0"/>
              </a:rPr>
              <a:t>struct</a:t>
            </a:r>
            <a:r>
              <a:rPr lang="en-US" b="0" dirty="0">
                <a:solidFill>
                  <a:srgbClr val="292929"/>
                </a:solidFill>
                <a:effectLst/>
                <a:latin typeface="Consolas" panose="020B0609020204030204" pitchFamily="49" charset="0"/>
              </a:rPr>
              <a:t> </a:t>
            </a:r>
            <a:r>
              <a:rPr lang="en-US" b="0" dirty="0">
                <a:solidFill>
                  <a:srgbClr val="185E73"/>
                </a:solidFill>
                <a:effectLst/>
                <a:latin typeface="Consolas" panose="020B0609020204030204" pitchFamily="49" charset="0"/>
              </a:rPr>
              <a:t>Distance</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515151"/>
                </a:solidFill>
                <a:effectLst/>
                <a:latin typeface="Consolas" panose="020B0609020204030204" pitchFamily="49" charset="0"/>
              </a:rPr>
              <a:t>    /* Data structure </a:t>
            </a:r>
            <a:r>
              <a:rPr lang="en-US" b="1" u="sng" dirty="0">
                <a:solidFill>
                  <a:srgbClr val="515151"/>
                </a:solidFill>
                <a:effectLst/>
                <a:latin typeface="Consolas" panose="020B0609020204030204" pitchFamily="49" charset="0"/>
              </a:rPr>
              <a:t>template</a:t>
            </a:r>
            <a:r>
              <a:rPr lang="en-US" b="0" dirty="0">
                <a:solidFill>
                  <a:srgbClr val="515151"/>
                </a:solidFill>
                <a:effectLst/>
                <a:latin typeface="Consolas" panose="020B0609020204030204" pitchFamily="49" charset="0"/>
              </a:rPr>
              <a:t> */</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0F4A85"/>
                </a:solidFill>
                <a:effectLst/>
                <a:latin typeface="Consolas" panose="020B0609020204030204" pitchFamily="49" charset="0"/>
              </a:rPr>
              <a:t>int</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feet</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0F4A85"/>
                </a:solidFill>
                <a:effectLst/>
                <a:latin typeface="Consolas" panose="020B0609020204030204" pitchFamily="49" charset="0"/>
              </a:rPr>
              <a:t>float</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inch</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a:t>
            </a:r>
          </a:p>
          <a:p>
            <a:pPr marL="228600" indent="-228600">
              <a:buFont typeface="+mj-lt"/>
              <a:buAutoNum type="arabicPeriod"/>
            </a:pPr>
            <a:r>
              <a:rPr lang="en-US" dirty="0">
                <a:solidFill>
                  <a:srgbClr val="292929"/>
                </a:solidFill>
                <a:latin typeface="Consolas" panose="020B0609020204030204" pitchFamily="49" charset="0"/>
              </a:rPr>
              <a:t> </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0F4A85"/>
                </a:solidFill>
                <a:effectLst/>
                <a:latin typeface="Consolas" panose="020B0609020204030204" pitchFamily="49" charset="0"/>
              </a:rPr>
              <a:t>int</a:t>
            </a:r>
            <a:r>
              <a:rPr lang="en-US" b="0" dirty="0">
                <a:solidFill>
                  <a:srgbClr val="292929"/>
                </a:solidFill>
                <a:effectLst/>
                <a:latin typeface="Consolas" panose="020B0609020204030204" pitchFamily="49" charset="0"/>
              </a:rPr>
              <a:t> </a:t>
            </a:r>
            <a:r>
              <a:rPr lang="en-US" b="0" dirty="0">
                <a:solidFill>
                  <a:srgbClr val="5E2CBC"/>
                </a:solidFill>
                <a:effectLst/>
                <a:latin typeface="Consolas" panose="020B0609020204030204" pitchFamily="49" charset="0"/>
              </a:rPr>
              <a:t>main</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515151"/>
                </a:solidFill>
                <a:effectLst/>
                <a:latin typeface="Consolas" panose="020B0609020204030204" pitchFamily="49" charset="0"/>
              </a:rPr>
              <a:t>    /* Variables */</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0F4A85"/>
                </a:solidFill>
                <a:effectLst/>
                <a:latin typeface="Consolas" panose="020B0609020204030204" pitchFamily="49" charset="0"/>
              </a:rPr>
              <a:t>struct</a:t>
            </a:r>
            <a:r>
              <a:rPr lang="en-US" b="0" dirty="0">
                <a:solidFill>
                  <a:srgbClr val="292929"/>
                </a:solidFill>
                <a:effectLst/>
                <a:latin typeface="Consolas" panose="020B0609020204030204" pitchFamily="49" charset="0"/>
              </a:rPr>
              <a:t> </a:t>
            </a:r>
            <a:r>
              <a:rPr lang="en-US" b="0" dirty="0">
                <a:solidFill>
                  <a:srgbClr val="185E73"/>
                </a:solidFill>
                <a:effectLst/>
                <a:latin typeface="Consolas" panose="020B0609020204030204" pitchFamily="49" charset="0"/>
              </a:rPr>
              <a:t>Distance</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d1</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18</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5.3</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0F4A85"/>
                </a:solidFill>
                <a:effectLst/>
                <a:latin typeface="Consolas" panose="020B0609020204030204" pitchFamily="49" charset="0"/>
              </a:rPr>
              <a:t>struct</a:t>
            </a:r>
            <a:r>
              <a:rPr lang="en-US" b="0" dirty="0">
                <a:solidFill>
                  <a:srgbClr val="292929"/>
                </a:solidFill>
                <a:effectLst/>
                <a:latin typeface="Consolas" panose="020B0609020204030204" pitchFamily="49" charset="0"/>
              </a:rPr>
              <a:t> </a:t>
            </a:r>
            <a:r>
              <a:rPr lang="en-US" b="0" dirty="0">
                <a:solidFill>
                  <a:srgbClr val="185E73"/>
                </a:solidFill>
                <a:effectLst/>
                <a:latin typeface="Consolas" panose="020B0609020204030204" pitchFamily="49" charset="0"/>
              </a:rPr>
              <a:t>Distance</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d2</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feet</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10</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inch</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11.1</a:t>
            </a:r>
            <a:r>
              <a:rPr lang="en-US" b="0" dirty="0">
                <a:solidFill>
                  <a:srgbClr val="292929"/>
                </a:solidFill>
                <a:effectLst/>
                <a:latin typeface="Consolas" panose="020B0609020204030204" pitchFamily="49" charset="0"/>
              </a:rPr>
              <a:t>};</a:t>
            </a:r>
            <a:r>
              <a:rPr lang="en-US" b="0" dirty="0">
                <a:solidFill>
                  <a:srgbClr val="515151"/>
                </a:solidFill>
                <a:effectLst/>
                <a:latin typeface="Consolas" panose="020B0609020204030204" pitchFamily="49" charset="0"/>
              </a:rPr>
              <a:t> // Also allowed, easier to read</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B5200D"/>
                </a:solidFill>
                <a:effectLst/>
                <a:latin typeface="Consolas" panose="020B0609020204030204" pitchFamily="49" charset="0"/>
              </a:rPr>
              <a:t>return</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0</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a:t>
            </a:r>
          </a:p>
          <a:p>
            <a:br>
              <a:rPr lang="en-US" b="0" dirty="0">
                <a:solidFill>
                  <a:srgbClr val="292929"/>
                </a:solidFill>
                <a:effectLst/>
                <a:latin typeface="Consolas" panose="020B0609020204030204" pitchFamily="49" charset="0"/>
              </a:rPr>
            </a:br>
            <a:endParaRPr lang="en-US" b="0" dirty="0">
              <a:solidFill>
                <a:srgbClr val="292929"/>
              </a:solidFill>
              <a:effectLst/>
              <a:latin typeface="Consolas" panose="020B0609020204030204" pitchFamily="49" charset="0"/>
            </a:endParaRPr>
          </a:p>
        </p:txBody>
      </p:sp>
    </p:spTree>
    <p:extLst>
      <p:ext uri="{BB962C8B-B14F-4D97-AF65-F5344CB8AC3E}">
        <p14:creationId xmlns:p14="http://schemas.microsoft.com/office/powerpoint/2010/main" val="223173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1AE6BC-08F8-9656-909B-C2918DB594D4}"/>
              </a:ext>
            </a:extLst>
          </p:cNvPr>
          <p:cNvSpPr>
            <a:spLocks noGrp="1"/>
          </p:cNvSpPr>
          <p:nvPr>
            <p:ph type="sldNum" sz="quarter" idx="4"/>
          </p:nvPr>
        </p:nvSpPr>
        <p:spPr/>
        <p:txBody>
          <a:bodyPr/>
          <a:lstStyle/>
          <a:p>
            <a:fld id="{D8D877B3-D348-4611-9BDB-C5374591D951}" type="slidenum">
              <a:rPr lang="en-US" smtClean="0"/>
              <a:pPr/>
              <a:t>9</a:t>
            </a:fld>
            <a:endParaRPr lang="en-US" dirty="0"/>
          </a:p>
        </p:txBody>
      </p:sp>
      <p:sp>
        <p:nvSpPr>
          <p:cNvPr id="3" name="Title 2">
            <a:extLst>
              <a:ext uri="{FF2B5EF4-FFF2-40B4-BE49-F238E27FC236}">
                <a16:creationId xmlns:a16="http://schemas.microsoft.com/office/drawing/2014/main" id="{BA1A0E62-D672-F061-6F5F-C0B5D6A5D5C7}"/>
              </a:ext>
            </a:extLst>
          </p:cNvPr>
          <p:cNvSpPr>
            <a:spLocks noGrp="1"/>
          </p:cNvSpPr>
          <p:nvPr>
            <p:ph type="title"/>
          </p:nvPr>
        </p:nvSpPr>
        <p:spPr>
          <a:xfrm>
            <a:off x="587374" y="370290"/>
            <a:ext cx="9569267" cy="1474385"/>
          </a:xfrm>
        </p:spPr>
        <p:txBody>
          <a:bodyPr/>
          <a:lstStyle/>
          <a:p>
            <a:r>
              <a:rPr lang="en-US" dirty="0" err="1"/>
              <a:t>Opgave</a:t>
            </a:r>
            <a:r>
              <a:rPr lang="en-US" dirty="0"/>
              <a:t>: </a:t>
            </a:r>
            <a:r>
              <a:rPr lang="da-DK" dirty="0"/>
              <a:t>Opret en simpel </a:t>
            </a:r>
            <a:r>
              <a:rPr lang="da-DK" dirty="0" err="1"/>
              <a:t>sensorstruct</a:t>
            </a:r>
            <a:br>
              <a:rPr lang="da-DK" dirty="0"/>
            </a:br>
            <a:endParaRPr lang="da-DK" dirty="0"/>
          </a:p>
        </p:txBody>
      </p:sp>
      <p:sp>
        <p:nvSpPr>
          <p:cNvPr id="4" name="Text Placeholder 3">
            <a:extLst>
              <a:ext uri="{FF2B5EF4-FFF2-40B4-BE49-F238E27FC236}">
                <a16:creationId xmlns:a16="http://schemas.microsoft.com/office/drawing/2014/main" id="{9D9F08E6-09E5-A225-6F53-6B2FECAB9003}"/>
              </a:ext>
            </a:extLst>
          </p:cNvPr>
          <p:cNvSpPr>
            <a:spLocks noGrp="1"/>
          </p:cNvSpPr>
          <p:nvPr>
            <p:ph type="body" sz="quarter" idx="12"/>
          </p:nvPr>
        </p:nvSpPr>
        <p:spPr/>
        <p:txBody>
          <a:bodyPr/>
          <a:lstStyle/>
          <a:p>
            <a:pPr marL="0" indent="0">
              <a:buNone/>
            </a:pPr>
            <a:r>
              <a:rPr lang="da-DK" dirty="0"/>
              <a:t>I mange biomedicinske systemer skal man håndtere og strukturere patientdata. I denne opgave skal du skrive et program, </a:t>
            </a:r>
            <a:r>
              <a:rPr lang="da-DK" dirty="0" err="1"/>
              <a:t>sensorstruct</a:t>
            </a:r>
            <a:r>
              <a:rPr lang="da-DK" dirty="0"/>
              <a:t>, som indeholder en simpel </a:t>
            </a:r>
            <a:r>
              <a:rPr lang="da-DK" dirty="0" err="1"/>
              <a:t>struct</a:t>
            </a:r>
            <a:r>
              <a:rPr lang="da-DK" dirty="0"/>
              <a:t>, der kan holde information om en sensor, der kan indlæse og vise disse data. </a:t>
            </a:r>
          </a:p>
          <a:p>
            <a:pPr marL="342900" indent="-342900">
              <a:buFont typeface="+mj-lt"/>
              <a:buAutoNum type="arabicPeriod"/>
            </a:pPr>
            <a:r>
              <a:rPr lang="da-DK" dirty="0"/>
              <a:t>Definér en </a:t>
            </a:r>
            <a:r>
              <a:rPr lang="da-DK" dirty="0" err="1"/>
              <a:t>struct</a:t>
            </a:r>
            <a:r>
              <a:rPr lang="da-DK" dirty="0"/>
              <a:t> kaldet </a:t>
            </a:r>
            <a:r>
              <a:rPr lang="da-DK" dirty="0" err="1"/>
              <a:t>TempSensor</a:t>
            </a:r>
            <a:r>
              <a:rPr lang="da-DK" dirty="0"/>
              <a:t>, som indeholder:</a:t>
            </a:r>
          </a:p>
          <a:p>
            <a:pPr lvl="1"/>
            <a:r>
              <a:rPr lang="da-DK" dirty="0" err="1"/>
              <a:t>int</a:t>
            </a:r>
            <a:r>
              <a:rPr lang="da-DK" dirty="0"/>
              <a:t> id – sensorens ID</a:t>
            </a:r>
          </a:p>
          <a:p>
            <a:pPr lvl="1"/>
            <a:r>
              <a:rPr lang="da-DK" dirty="0" err="1"/>
              <a:t>float</a:t>
            </a:r>
            <a:r>
              <a:rPr lang="da-DK" dirty="0"/>
              <a:t> </a:t>
            </a:r>
            <a:r>
              <a:rPr lang="da-DK" dirty="0" err="1"/>
              <a:t>temperature</a:t>
            </a:r>
            <a:r>
              <a:rPr lang="da-DK" dirty="0"/>
              <a:t> – målt temperatur i grader Celsius</a:t>
            </a:r>
          </a:p>
          <a:p>
            <a:pPr marL="342900" indent="-342900">
              <a:buFont typeface="+mj-lt"/>
              <a:buAutoNum type="arabicPeriod"/>
            </a:pPr>
            <a:r>
              <a:rPr lang="da-DK" dirty="0"/>
              <a:t>I </a:t>
            </a:r>
            <a:r>
              <a:rPr lang="da-DK" dirty="0" err="1"/>
              <a:t>main</a:t>
            </a:r>
            <a:r>
              <a:rPr lang="da-DK" dirty="0"/>
              <a:t>():</a:t>
            </a:r>
          </a:p>
          <a:p>
            <a:pPr lvl="1"/>
            <a:r>
              <a:rPr lang="da-DK" dirty="0"/>
              <a:t>Opret én variabel 'sensor' af typen </a:t>
            </a:r>
            <a:r>
              <a:rPr lang="da-DK" dirty="0" err="1"/>
              <a:t>TempSensor</a:t>
            </a:r>
            <a:endParaRPr lang="da-DK" dirty="0"/>
          </a:p>
          <a:p>
            <a:pPr lvl="1"/>
            <a:r>
              <a:rPr lang="da-DK" dirty="0"/>
              <a:t>Tildel værdier til felterne manuelt</a:t>
            </a:r>
          </a:p>
          <a:p>
            <a:pPr lvl="1"/>
            <a:r>
              <a:rPr lang="da-DK" dirty="0"/>
              <a:t>Udskriv værdierne til skærmen</a:t>
            </a:r>
          </a:p>
          <a:p>
            <a:endParaRPr lang="da-DK" dirty="0"/>
          </a:p>
        </p:txBody>
      </p:sp>
    </p:spTree>
    <p:extLst>
      <p:ext uri="{BB962C8B-B14F-4D97-AF65-F5344CB8AC3E}">
        <p14:creationId xmlns:p14="http://schemas.microsoft.com/office/powerpoint/2010/main" val="3609659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109B2BF6-BBD6-4286-BE0F-4AF77BE8C66C}"/>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10</a:t>
            </a:fld>
            <a:endParaRPr lang="en-US" dirty="0">
              <a:latin typeface="Consolas" panose="020B0609020204030204" pitchFamily="49" charset="0"/>
            </a:endParaRPr>
          </a:p>
        </p:txBody>
      </p:sp>
      <p:sp>
        <p:nvSpPr>
          <p:cNvPr id="4" name="Titel 3">
            <a:extLst>
              <a:ext uri="{FF2B5EF4-FFF2-40B4-BE49-F238E27FC236}">
                <a16:creationId xmlns:a16="http://schemas.microsoft.com/office/drawing/2014/main" id="{73B995AC-9F99-4168-8974-DAB26BE314AC}"/>
              </a:ext>
            </a:extLst>
          </p:cNvPr>
          <p:cNvSpPr>
            <a:spLocks noGrp="1"/>
          </p:cNvSpPr>
          <p:nvPr>
            <p:ph type="title"/>
          </p:nvPr>
        </p:nvSpPr>
        <p:spPr/>
        <p:txBody>
          <a:bodyPr/>
          <a:lstStyle/>
          <a:p>
            <a:r>
              <a:rPr lang="en-US" dirty="0">
                <a:latin typeface="Consolas" panose="020B0609020204030204" pitchFamily="49" charset="0"/>
              </a:rPr>
              <a:t>Structures</a:t>
            </a:r>
          </a:p>
        </p:txBody>
      </p:sp>
      <p:sp>
        <p:nvSpPr>
          <p:cNvPr id="10" name="Pladsholder til tekst 9">
            <a:extLst>
              <a:ext uri="{FF2B5EF4-FFF2-40B4-BE49-F238E27FC236}">
                <a16:creationId xmlns:a16="http://schemas.microsoft.com/office/drawing/2014/main" id="{4513E7FF-7AD6-41AB-B533-BEFA08CDEB1D}"/>
              </a:ext>
            </a:extLst>
          </p:cNvPr>
          <p:cNvSpPr>
            <a:spLocks noGrp="1"/>
          </p:cNvSpPr>
          <p:nvPr>
            <p:ph type="body" sz="quarter" idx="12"/>
          </p:nvPr>
        </p:nvSpPr>
        <p:spPr>
          <a:xfrm>
            <a:off x="587373" y="1405890"/>
            <a:ext cx="7686369" cy="4363731"/>
          </a:xfrm>
        </p:spPr>
        <p:txBody>
          <a:bodyPr>
            <a:normAutofit/>
          </a:bodyPr>
          <a:lstStyle/>
          <a:p>
            <a:pPr>
              <a:buFont typeface="Arial" panose="020B0604020202020204" pitchFamily="34" charset="0"/>
              <a:buChar char="•"/>
            </a:pPr>
            <a:r>
              <a:rPr lang="da-DK" sz="2000" dirty="0" err="1">
                <a:latin typeface="Consolas" panose="020B0609020204030204" pitchFamily="49" charset="0"/>
              </a:rPr>
              <a:t>Struct</a:t>
            </a:r>
            <a:r>
              <a:rPr lang="da-DK" sz="2000" dirty="0">
                <a:latin typeface="Consolas" panose="020B0609020204030204" pitchFamily="49" charset="0"/>
              </a:rPr>
              <a:t> er en brugerdefineret datatype i C</a:t>
            </a:r>
          </a:p>
          <a:p>
            <a:pPr>
              <a:buFont typeface="Arial" panose="020B0604020202020204" pitchFamily="34" charset="0"/>
              <a:buChar char="•"/>
            </a:pPr>
            <a:r>
              <a:rPr lang="da-DK" sz="2000" dirty="0">
                <a:latin typeface="Consolas" panose="020B0609020204030204" pitchFamily="49" charset="0"/>
              </a:rPr>
              <a:t>En </a:t>
            </a:r>
            <a:r>
              <a:rPr lang="da-DK" sz="2000" dirty="0" err="1">
                <a:latin typeface="Consolas" panose="020B0609020204030204" pitchFamily="49" charset="0"/>
              </a:rPr>
              <a:t>struct</a:t>
            </a:r>
            <a:r>
              <a:rPr lang="da-DK" sz="2000" dirty="0">
                <a:latin typeface="Consolas" panose="020B0609020204030204" pitchFamily="49" charset="0"/>
              </a:rPr>
              <a:t> gruppere / organiserer beskrivelsen af et emne </a:t>
            </a:r>
          </a:p>
          <a:p>
            <a:pPr>
              <a:buFont typeface="Arial" panose="020B0604020202020204" pitchFamily="34" charset="0"/>
              <a:buChar char="•"/>
            </a:pPr>
            <a:r>
              <a:rPr lang="da-DK" sz="2000" dirty="0">
                <a:latin typeface="Consolas" panose="020B0609020204030204" pitchFamily="49" charset="0"/>
              </a:rPr>
              <a:t>i.e. bog/person/medicin/resultat/osv.</a:t>
            </a:r>
          </a:p>
        </p:txBody>
      </p:sp>
      <p:pic>
        <p:nvPicPr>
          <p:cNvPr id="7" name="Billede 6">
            <a:extLst>
              <a:ext uri="{FF2B5EF4-FFF2-40B4-BE49-F238E27FC236}">
                <a16:creationId xmlns:a16="http://schemas.microsoft.com/office/drawing/2014/main" id="{505FC9A4-EFD0-4610-B24B-CC8B3C13C15A}"/>
              </a:ext>
            </a:extLst>
          </p:cNvPr>
          <p:cNvPicPr>
            <a:picLocks noChangeAspect="1"/>
          </p:cNvPicPr>
          <p:nvPr/>
        </p:nvPicPr>
        <p:blipFill rotWithShape="1">
          <a:blip r:embed="rId2"/>
          <a:srcRect l="16237" t="20612" r="10850" b="9691"/>
          <a:stretch/>
        </p:blipFill>
        <p:spPr>
          <a:xfrm>
            <a:off x="587374" y="4078102"/>
            <a:ext cx="4147005" cy="2229813"/>
          </a:xfrm>
          <a:prstGeom prst="rect">
            <a:avLst/>
          </a:prstGeom>
        </p:spPr>
      </p:pic>
      <p:pic>
        <p:nvPicPr>
          <p:cNvPr id="9" name="Billede 8">
            <a:extLst>
              <a:ext uri="{FF2B5EF4-FFF2-40B4-BE49-F238E27FC236}">
                <a16:creationId xmlns:a16="http://schemas.microsoft.com/office/drawing/2014/main" id="{DCC1FA36-79E9-46B6-B199-1673B331C0EB}"/>
              </a:ext>
            </a:extLst>
          </p:cNvPr>
          <p:cNvPicPr>
            <a:picLocks noChangeAspect="1"/>
          </p:cNvPicPr>
          <p:nvPr/>
        </p:nvPicPr>
        <p:blipFill>
          <a:blip r:embed="rId3"/>
          <a:stretch>
            <a:fillRect/>
          </a:stretch>
        </p:blipFill>
        <p:spPr>
          <a:xfrm>
            <a:off x="6569362" y="4516970"/>
            <a:ext cx="3027978" cy="1352075"/>
          </a:xfrm>
          <a:prstGeom prst="rect">
            <a:avLst/>
          </a:prstGeom>
        </p:spPr>
      </p:pic>
      <p:pic>
        <p:nvPicPr>
          <p:cNvPr id="12" name="Billede 11">
            <a:extLst>
              <a:ext uri="{FF2B5EF4-FFF2-40B4-BE49-F238E27FC236}">
                <a16:creationId xmlns:a16="http://schemas.microsoft.com/office/drawing/2014/main" id="{F008E200-BCE3-4895-A3F6-2FA3899BA4A2}"/>
              </a:ext>
            </a:extLst>
          </p:cNvPr>
          <p:cNvPicPr>
            <a:picLocks noChangeAspect="1"/>
          </p:cNvPicPr>
          <p:nvPr/>
        </p:nvPicPr>
        <p:blipFill>
          <a:blip r:embed="rId4"/>
          <a:stretch>
            <a:fillRect/>
          </a:stretch>
        </p:blipFill>
        <p:spPr>
          <a:xfrm>
            <a:off x="8677979" y="1107482"/>
            <a:ext cx="2117541" cy="2959835"/>
          </a:xfrm>
          <a:prstGeom prst="rect">
            <a:avLst/>
          </a:prstGeom>
        </p:spPr>
      </p:pic>
    </p:spTree>
    <p:extLst>
      <p:ext uri="{BB962C8B-B14F-4D97-AF65-F5344CB8AC3E}">
        <p14:creationId xmlns:p14="http://schemas.microsoft.com/office/powerpoint/2010/main" val="3417722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E866F4-9F04-86D4-ACC4-57A42C9BBB6A}"/>
              </a:ext>
            </a:extLst>
          </p:cNvPr>
          <p:cNvSpPr>
            <a:spLocks noGrp="1"/>
          </p:cNvSpPr>
          <p:nvPr>
            <p:ph type="title"/>
          </p:nvPr>
        </p:nvSpPr>
        <p:spPr/>
        <p:txBody>
          <a:bodyPr/>
          <a:lstStyle/>
          <a:p>
            <a:r>
              <a:rPr lang="da-DK" dirty="0" err="1">
                <a:latin typeface="Consolas" panose="020B0609020204030204" pitchFamily="49" charset="0"/>
              </a:rPr>
              <a:t>Structures</a:t>
            </a:r>
            <a:endParaRPr lang="LID4096" dirty="0">
              <a:latin typeface="Consolas" panose="020B0609020204030204" pitchFamily="49" charset="0"/>
            </a:endParaRPr>
          </a:p>
        </p:txBody>
      </p:sp>
      <p:sp>
        <p:nvSpPr>
          <p:cNvPr id="3" name="Slide Number Placeholder 2">
            <a:extLst>
              <a:ext uri="{FF2B5EF4-FFF2-40B4-BE49-F238E27FC236}">
                <a16:creationId xmlns:a16="http://schemas.microsoft.com/office/drawing/2014/main" id="{C037B091-E0E3-3DB0-8EE5-871025647A02}"/>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11</a:t>
            </a:fld>
            <a:endParaRPr lang="en-US" dirty="0">
              <a:latin typeface="Consolas" panose="020B0609020204030204" pitchFamily="49" charset="0"/>
            </a:endParaRPr>
          </a:p>
        </p:txBody>
      </p:sp>
      <p:sp>
        <p:nvSpPr>
          <p:cNvPr id="8" name="Chart Placeholder 7">
            <a:extLst>
              <a:ext uri="{FF2B5EF4-FFF2-40B4-BE49-F238E27FC236}">
                <a16:creationId xmlns:a16="http://schemas.microsoft.com/office/drawing/2014/main" id="{AAE25E78-8A9F-DCA9-6F02-EFF00876D255}"/>
              </a:ext>
            </a:extLst>
          </p:cNvPr>
          <p:cNvSpPr>
            <a:spLocks noGrp="1"/>
          </p:cNvSpPr>
          <p:nvPr>
            <p:ph type="chart" sz="quarter" idx="12"/>
          </p:nvPr>
        </p:nvSpPr>
        <p:spPr>
          <a:xfrm>
            <a:off x="6323023" y="1051788"/>
            <a:ext cx="5524500" cy="3572737"/>
          </a:xfrm>
        </p:spPr>
        <p:txBody>
          <a:bodyPr>
            <a:normAutofit/>
          </a:bodyPr>
          <a:lstStyle/>
          <a:p>
            <a:r>
              <a:rPr lang="da-DK" sz="1400" dirty="0">
                <a:latin typeface="Consolas" panose="020B0609020204030204" pitchFamily="49" charset="0"/>
              </a:rPr>
              <a:t>File: structures2.c</a:t>
            </a:r>
            <a:endParaRPr lang="LID4096" sz="1400" dirty="0">
              <a:latin typeface="Consolas" panose="020B0609020204030204" pitchFamily="49" charset="0"/>
            </a:endParaRPr>
          </a:p>
        </p:txBody>
      </p:sp>
      <p:sp>
        <p:nvSpPr>
          <p:cNvPr id="5" name="TextBox 4">
            <a:extLst>
              <a:ext uri="{FF2B5EF4-FFF2-40B4-BE49-F238E27FC236}">
                <a16:creationId xmlns:a16="http://schemas.microsoft.com/office/drawing/2014/main" id="{D878F512-FD75-A8EE-DEE2-D33E38BEA1CC}"/>
              </a:ext>
            </a:extLst>
          </p:cNvPr>
          <p:cNvSpPr txBox="1"/>
          <p:nvPr/>
        </p:nvSpPr>
        <p:spPr>
          <a:xfrm>
            <a:off x="587374" y="1442836"/>
            <a:ext cx="8953500" cy="3754874"/>
          </a:xfrm>
          <a:prstGeom prst="rect">
            <a:avLst/>
          </a:prstGeom>
          <a:solidFill>
            <a:schemeClr val="bg1">
              <a:lumMod val="95000"/>
            </a:schemeClr>
          </a:solidFill>
        </p:spPr>
        <p:txBody>
          <a:bodyPr wrap="square">
            <a:spAutoFit/>
          </a:bodyPr>
          <a:lstStyle/>
          <a:p>
            <a:pPr marL="342900" indent="-342900">
              <a:buFont typeface="+mj-lt"/>
              <a:buAutoNum type="arabicPeriod"/>
            </a:pPr>
            <a:r>
              <a:rPr lang="en-US" sz="1400" b="0" dirty="0">
                <a:solidFill>
                  <a:srgbClr val="808080"/>
                </a:solidFill>
                <a:effectLst/>
                <a:latin typeface="Consolas" panose="020B0609020204030204" pitchFamily="49" charset="0"/>
              </a:rPr>
              <a:t>#include</a:t>
            </a:r>
            <a:r>
              <a:rPr lang="en-US" sz="1400" b="0" dirty="0">
                <a:solidFill>
                  <a:srgbClr val="000000"/>
                </a:solidFill>
                <a:effectLst/>
                <a:latin typeface="Consolas" panose="020B0609020204030204" pitchFamily="49" charset="0"/>
              </a:rPr>
              <a:t> </a:t>
            </a:r>
            <a:r>
              <a:rPr lang="en-US" sz="1400" b="0" dirty="0">
                <a:solidFill>
                  <a:srgbClr val="E21F1F"/>
                </a:solidFill>
                <a:effectLst/>
                <a:latin typeface="Consolas" panose="020B0609020204030204" pitchFamily="49" charset="0"/>
              </a:rPr>
              <a:t>&lt;</a:t>
            </a:r>
            <a:r>
              <a:rPr lang="en-US" sz="1400" b="0" dirty="0" err="1">
                <a:solidFill>
                  <a:srgbClr val="A31515"/>
                </a:solidFill>
                <a:effectLst/>
                <a:latin typeface="Consolas" panose="020B0609020204030204" pitchFamily="49" charset="0"/>
              </a:rPr>
              <a:t>stdio.h</a:t>
            </a:r>
            <a:r>
              <a:rPr lang="en-US" sz="1400" b="0" dirty="0">
                <a:solidFill>
                  <a:srgbClr val="E21F1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t>
            </a:r>
            <a:r>
              <a:rPr lang="en-US" sz="1400" b="0" dirty="0" err="1">
                <a:solidFill>
                  <a:srgbClr val="008000"/>
                </a:solidFill>
                <a:effectLst/>
                <a:latin typeface="Consolas" panose="020B0609020204030204" pitchFamily="49" charset="0"/>
              </a:rPr>
              <a:t>printf</a:t>
            </a:r>
            <a:r>
              <a:rPr lang="en-US" sz="1400" b="0" dirty="0">
                <a:solidFill>
                  <a:srgbClr val="008000"/>
                </a:solidFill>
                <a:effectLst/>
                <a:latin typeface="Consolas" panose="020B0609020204030204" pitchFamily="49" charset="0"/>
              </a:rPr>
              <a:t> */</a:t>
            </a:r>
            <a:endParaRPr lang="en-US" sz="1400" b="0" dirty="0">
              <a:solidFill>
                <a:srgbClr val="000000"/>
              </a:solidFill>
              <a:effectLst/>
              <a:latin typeface="Consolas" panose="020B0609020204030204" pitchFamily="49" charset="0"/>
            </a:endParaRPr>
          </a:p>
          <a:p>
            <a:pPr marL="342900" indent="-342900">
              <a:buFont typeface="+mj-lt"/>
              <a:buAutoNum type="arabicPeriod"/>
            </a:pPr>
            <a:r>
              <a:rPr lang="en-US" sz="1400" b="0" dirty="0">
                <a:solidFill>
                  <a:srgbClr val="808080"/>
                </a:solidFill>
                <a:effectLst/>
                <a:latin typeface="Consolas" panose="020B0609020204030204" pitchFamily="49" charset="0"/>
              </a:rPr>
              <a:t>#include</a:t>
            </a:r>
            <a:r>
              <a:rPr lang="en-US" sz="1400" b="0" dirty="0">
                <a:solidFill>
                  <a:srgbClr val="000000"/>
                </a:solidFill>
                <a:effectLst/>
                <a:latin typeface="Consolas" panose="020B0609020204030204" pitchFamily="49" charset="0"/>
              </a:rPr>
              <a:t> </a:t>
            </a:r>
            <a:r>
              <a:rPr lang="en-US" sz="1400" b="0" dirty="0">
                <a:solidFill>
                  <a:srgbClr val="E21F1F"/>
                </a:solidFill>
                <a:effectLst/>
                <a:latin typeface="Consolas" panose="020B0609020204030204" pitchFamily="49" charset="0"/>
              </a:rPr>
              <a:t>&lt;</a:t>
            </a:r>
            <a:r>
              <a:rPr lang="en-US" sz="1400" b="0" dirty="0" err="1">
                <a:solidFill>
                  <a:srgbClr val="A31515"/>
                </a:solidFill>
                <a:effectLst/>
                <a:latin typeface="Consolas" panose="020B0609020204030204" pitchFamily="49" charset="0"/>
              </a:rPr>
              <a:t>math.h</a:t>
            </a:r>
            <a:r>
              <a:rPr lang="en-US" sz="1400" b="0" dirty="0">
                <a:solidFill>
                  <a:srgbClr val="E21F1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t>
            </a:r>
            <a:r>
              <a:rPr lang="en-US" sz="1400" b="0" dirty="0" err="1">
                <a:solidFill>
                  <a:srgbClr val="008000"/>
                </a:solidFill>
                <a:effectLst/>
                <a:latin typeface="Consolas" panose="020B0609020204030204" pitchFamily="49" charset="0"/>
              </a:rPr>
              <a:t>fmod</a:t>
            </a:r>
            <a:r>
              <a:rPr lang="en-US" sz="1400" b="0" dirty="0">
                <a:solidFill>
                  <a:srgbClr val="008000"/>
                </a:solidFill>
                <a:effectLst/>
                <a:latin typeface="Consolas" panose="020B0609020204030204" pitchFamily="49" charset="0"/>
              </a:rPr>
              <a:t> */</a:t>
            </a:r>
            <a:endParaRPr lang="en-US" sz="1400" b="0" dirty="0">
              <a:solidFill>
                <a:srgbClr val="000000"/>
              </a:solidFill>
              <a:effectLst/>
              <a:latin typeface="Consolas" panose="020B0609020204030204" pitchFamily="49" charset="0"/>
            </a:endParaRPr>
          </a:p>
          <a:p>
            <a:pPr marL="342900" indent="-342900">
              <a:buFont typeface="+mj-lt"/>
              <a:buAutoNum type="arabicPeriod"/>
            </a:pPr>
            <a:r>
              <a:rPr lang="en-US" sz="1400" dirty="0">
                <a:solidFill>
                  <a:srgbClr val="000000"/>
                </a:solidFill>
                <a:latin typeface="Consolas" panose="020B0609020204030204" pitchFamily="49" charset="0"/>
              </a:rPr>
              <a:t> </a:t>
            </a:r>
          </a:p>
          <a:p>
            <a:pPr marL="342900" indent="-342900">
              <a:buFont typeface="+mj-lt"/>
              <a:buAutoNum type="arabicPeriod"/>
            </a:pP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DistanceImperial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ft; </a:t>
            </a:r>
            <a:r>
              <a:rPr lang="en-US" sz="1400" b="0" dirty="0">
                <a:solidFill>
                  <a:srgbClr val="0000FF"/>
                </a:solidFill>
                <a:effectLst/>
                <a:latin typeface="Consolas" panose="020B0609020204030204" pitchFamily="49" charset="0"/>
              </a:rPr>
              <a:t>float</a:t>
            </a:r>
            <a:r>
              <a:rPr lang="en-US" sz="1400" b="0" dirty="0">
                <a:solidFill>
                  <a:srgbClr val="000000"/>
                </a:solidFill>
                <a:effectLst/>
                <a:latin typeface="Consolas" panose="020B0609020204030204" pitchFamily="49" charset="0"/>
              </a:rPr>
              <a:t> in;};</a:t>
            </a:r>
          </a:p>
          <a:p>
            <a:pPr marL="342900" indent="-342900">
              <a:buFont typeface="+mj-lt"/>
              <a:buAutoNum type="arabicPeriod"/>
            </a:pPr>
            <a:r>
              <a:rPr lang="en-US" sz="1400" dirty="0">
                <a:solidFill>
                  <a:srgbClr val="000000"/>
                </a:solidFill>
                <a:latin typeface="Consolas" panose="020B0609020204030204" pitchFamily="49" charset="0"/>
              </a:rPr>
              <a:t> </a:t>
            </a:r>
          </a:p>
          <a:p>
            <a:pPr marL="342900" indent="-342900">
              <a:buFont typeface="+mj-lt"/>
              <a:buAutoNum type="arabicPeriod"/>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DistanceImperial</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d1</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13</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11.1</a:t>
            </a:r>
            <a:r>
              <a:rPr lang="en-US" sz="1400" b="0" dirty="0">
                <a:solidFill>
                  <a:srgbClr val="000000"/>
                </a:solidFill>
                <a:effectLst/>
                <a:latin typeface="Consolas" panose="020B0609020204030204" pitchFamily="49" charset="0"/>
              </a:rPr>
              <a:t>};</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DistanceImperial</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d2</a:t>
            </a:r>
            <a:r>
              <a:rPr lang="en-US" sz="1400" b="0" dirty="0">
                <a:solidFill>
                  <a:srgbClr val="000000"/>
                </a:solidFill>
                <a:effectLst/>
                <a:latin typeface="Consolas" panose="020B0609020204030204" pitchFamily="49" charset="0"/>
              </a:rPr>
              <a:t> = {.ft = </a:t>
            </a:r>
            <a:r>
              <a:rPr lang="en-US" sz="1400" b="0" dirty="0">
                <a:solidFill>
                  <a:srgbClr val="098658"/>
                </a:solidFill>
                <a:effectLst/>
                <a:latin typeface="Consolas" panose="020B0609020204030204" pitchFamily="49" charset="0"/>
              </a:rPr>
              <a:t>13</a:t>
            </a:r>
            <a:r>
              <a:rPr lang="en-US" sz="1400" b="0" dirty="0">
                <a:solidFill>
                  <a:srgbClr val="000000"/>
                </a:solidFill>
                <a:effectLst/>
                <a:latin typeface="Consolas" panose="020B0609020204030204" pitchFamily="49" charset="0"/>
              </a:rPr>
              <a:t>, .in = </a:t>
            </a:r>
            <a:r>
              <a:rPr lang="en-US" sz="1400" b="0" dirty="0">
                <a:solidFill>
                  <a:srgbClr val="098658"/>
                </a:solidFill>
                <a:effectLst/>
                <a:latin typeface="Consolas" panose="020B0609020204030204" pitchFamily="49" charset="0"/>
              </a:rPr>
              <a:t>4.1</a:t>
            </a:r>
            <a:r>
              <a:rPr lang="en-US" sz="1400" b="0" dirty="0">
                <a:solidFill>
                  <a:srgbClr val="000000"/>
                </a:solidFill>
                <a:effectLst/>
                <a:latin typeface="Consolas" panose="020B0609020204030204" pitchFamily="49" charset="0"/>
              </a:rPr>
              <a:t>};</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add distances together. Note 12 inches per foot</a:t>
            </a:r>
            <a:endParaRPr lang="en-US" sz="1400" b="0" dirty="0">
              <a:solidFill>
                <a:srgbClr val="000000"/>
              </a:solidFill>
              <a:effectLst/>
              <a:latin typeface="Consolas" panose="020B0609020204030204" pitchFamily="49" charset="0"/>
            </a:endParaRP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float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inches</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d1</a:t>
            </a:r>
            <a:r>
              <a:rPr lang="en-US" sz="1400" b="0" dirty="0">
                <a:solidFill>
                  <a:srgbClr val="000000"/>
                </a:solidFill>
                <a:effectLst/>
                <a:latin typeface="Consolas" panose="020B0609020204030204" pitchFamily="49" charset="0"/>
              </a:rPr>
              <a:t>.in + </a:t>
            </a:r>
            <a:r>
              <a:rPr lang="en-US" sz="1400" b="0" dirty="0">
                <a:solidFill>
                  <a:srgbClr val="1F377F"/>
                </a:solidFill>
                <a:effectLst/>
                <a:latin typeface="Consolas" panose="020B0609020204030204" pitchFamily="49" charset="0"/>
              </a:rPr>
              <a:t>d2</a:t>
            </a:r>
            <a:r>
              <a:rPr lang="en-US" sz="1400" b="0" dirty="0">
                <a:solidFill>
                  <a:srgbClr val="000000"/>
                </a:solidFill>
                <a:effectLst/>
                <a:latin typeface="Consolas" panose="020B0609020204030204" pitchFamily="49" charset="0"/>
              </a:rPr>
              <a:t>.in;</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feet</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d1</a:t>
            </a:r>
            <a:r>
              <a:rPr lang="en-US" sz="1400" b="0" dirty="0">
                <a:solidFill>
                  <a:srgbClr val="000000"/>
                </a:solidFill>
                <a:effectLst/>
                <a:latin typeface="Consolas" panose="020B0609020204030204" pitchFamily="49" charset="0"/>
              </a:rPr>
              <a:t>.ft + </a:t>
            </a:r>
            <a:r>
              <a:rPr lang="en-US" sz="1400" b="0" dirty="0">
                <a:solidFill>
                  <a:srgbClr val="1F377F"/>
                </a:solidFill>
                <a:effectLst/>
                <a:latin typeface="Consolas" panose="020B0609020204030204" pitchFamily="49" charset="0"/>
              </a:rPr>
              <a:t>d2</a:t>
            </a:r>
            <a:r>
              <a:rPr lang="en-US" sz="1400" b="0" dirty="0">
                <a:solidFill>
                  <a:srgbClr val="000000"/>
                </a:solidFill>
                <a:effectLst/>
                <a:latin typeface="Consolas" panose="020B0609020204030204" pitchFamily="49" charset="0"/>
              </a:rPr>
              <a:t>.ft +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inches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12</a:t>
            </a:r>
            <a:r>
              <a:rPr lang="en-US" sz="1400" b="0" dirty="0">
                <a:solidFill>
                  <a:srgbClr val="000000"/>
                </a:solidFill>
                <a:effectLst/>
                <a:latin typeface="Consolas" panose="020B0609020204030204" pitchFamily="49" charset="0"/>
              </a:rPr>
              <a:t>;</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DistanceImperial</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d3</a:t>
            </a:r>
            <a:r>
              <a:rPr lang="en-US" sz="1400" b="0" dirty="0">
                <a:solidFill>
                  <a:srgbClr val="000000"/>
                </a:solidFill>
                <a:effectLst/>
                <a:latin typeface="Consolas" panose="020B0609020204030204" pitchFamily="49" charset="0"/>
              </a:rPr>
              <a:t> = {.ft = </a:t>
            </a:r>
            <a:r>
              <a:rPr lang="en-US" sz="1400" b="0" dirty="0">
                <a:solidFill>
                  <a:srgbClr val="1F377F"/>
                </a:solidFill>
                <a:effectLst/>
                <a:latin typeface="Consolas" panose="020B0609020204030204" pitchFamily="49" charset="0"/>
              </a:rPr>
              <a:t>feet</a:t>
            </a:r>
            <a:r>
              <a:rPr lang="en-US" sz="1400" b="0" dirty="0">
                <a:solidFill>
                  <a:srgbClr val="000000"/>
                </a:solidFill>
                <a:effectLst/>
                <a:latin typeface="Consolas" panose="020B0609020204030204" pitchFamily="49" charset="0"/>
              </a:rPr>
              <a:t>, .in = </a:t>
            </a:r>
            <a:r>
              <a:rPr lang="en-US" sz="1400" b="0" dirty="0" err="1">
                <a:solidFill>
                  <a:srgbClr val="74531F"/>
                </a:solidFill>
                <a:effectLst/>
                <a:latin typeface="Consolas" panose="020B0609020204030204" pitchFamily="49" charset="0"/>
              </a:rPr>
              <a:t>fmod</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inches</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12.0</a:t>
            </a:r>
            <a:r>
              <a:rPr lang="en-US" sz="1400" b="0" dirty="0">
                <a:solidFill>
                  <a:srgbClr val="000000"/>
                </a:solidFill>
                <a:effectLst/>
                <a:latin typeface="Consolas" panose="020B0609020204030204" pitchFamily="49" charset="0"/>
              </a:rPr>
              <a:t>)};</a:t>
            </a:r>
            <a:endParaRPr lang="en-US" sz="1400" dirty="0">
              <a:solidFill>
                <a:srgbClr val="000000"/>
              </a:solidFill>
              <a:latin typeface="Consolas" panose="020B0609020204030204" pitchFamily="49" charset="0"/>
            </a:endParaRP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d1: </a:t>
            </a:r>
            <a:r>
              <a:rPr lang="en-US" sz="1400" b="0" dirty="0">
                <a:solidFill>
                  <a:srgbClr val="1F377F"/>
                </a:solidFill>
                <a:effectLst/>
                <a:latin typeface="Consolas" panose="020B0609020204030204" pitchFamily="49" charset="0"/>
              </a:rPr>
              <a:t>%i</a:t>
            </a:r>
            <a:r>
              <a:rPr lang="en-US" sz="1400" b="0" dirty="0">
                <a:solidFill>
                  <a:srgbClr val="A31515"/>
                </a:solidFill>
                <a:effectLst/>
                <a:latin typeface="Consolas" panose="020B0609020204030204" pitchFamily="49" charset="0"/>
              </a:rPr>
              <a:t> ft, </a:t>
            </a:r>
            <a:r>
              <a:rPr lang="en-US" sz="1400" b="0" dirty="0">
                <a:solidFill>
                  <a:srgbClr val="1F377F"/>
                </a:solidFill>
                <a:effectLst/>
                <a:latin typeface="Consolas" panose="020B0609020204030204" pitchFamily="49" charset="0"/>
              </a:rPr>
              <a:t>%f</a:t>
            </a:r>
            <a:r>
              <a:rPr lang="en-US" sz="1400" b="0" dirty="0">
                <a:solidFill>
                  <a:srgbClr val="A31515"/>
                </a:solidFill>
                <a:effectLst/>
                <a:latin typeface="Consolas" panose="020B0609020204030204" pitchFamily="49" charset="0"/>
              </a:rPr>
              <a:t> in</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d1</a:t>
            </a:r>
            <a:r>
              <a:rPr lang="en-US" sz="1400" b="0" dirty="0">
                <a:solidFill>
                  <a:srgbClr val="000000"/>
                </a:solidFill>
                <a:effectLst/>
                <a:latin typeface="Consolas" panose="020B0609020204030204" pitchFamily="49" charset="0"/>
              </a:rPr>
              <a:t>.ft, </a:t>
            </a:r>
            <a:r>
              <a:rPr lang="en-US" sz="1400" b="0" dirty="0">
                <a:solidFill>
                  <a:srgbClr val="1F377F"/>
                </a:solidFill>
                <a:effectLst/>
                <a:latin typeface="Consolas" panose="020B0609020204030204" pitchFamily="49" charset="0"/>
              </a:rPr>
              <a:t>d1</a:t>
            </a:r>
            <a:r>
              <a:rPr lang="en-US" sz="1400" b="0" dirty="0">
                <a:solidFill>
                  <a:srgbClr val="000000"/>
                </a:solidFill>
                <a:effectLst/>
                <a:latin typeface="Consolas" panose="020B0609020204030204" pitchFamily="49" charset="0"/>
              </a:rPr>
              <a:t>.in);</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d2: </a:t>
            </a:r>
            <a:r>
              <a:rPr lang="en-US" sz="1400" b="0" dirty="0">
                <a:solidFill>
                  <a:srgbClr val="1F377F"/>
                </a:solidFill>
                <a:effectLst/>
                <a:latin typeface="Consolas" panose="020B0609020204030204" pitchFamily="49" charset="0"/>
              </a:rPr>
              <a:t>%i</a:t>
            </a:r>
            <a:r>
              <a:rPr lang="en-US" sz="1400" b="0" dirty="0">
                <a:solidFill>
                  <a:srgbClr val="A31515"/>
                </a:solidFill>
                <a:effectLst/>
                <a:latin typeface="Consolas" panose="020B0609020204030204" pitchFamily="49" charset="0"/>
              </a:rPr>
              <a:t> ft, </a:t>
            </a:r>
            <a:r>
              <a:rPr lang="en-US" sz="1400" b="0" dirty="0">
                <a:solidFill>
                  <a:srgbClr val="1F377F"/>
                </a:solidFill>
                <a:effectLst/>
                <a:latin typeface="Consolas" panose="020B0609020204030204" pitchFamily="49" charset="0"/>
              </a:rPr>
              <a:t>%f</a:t>
            </a:r>
            <a:r>
              <a:rPr lang="en-US" sz="1400" b="0" dirty="0">
                <a:solidFill>
                  <a:srgbClr val="A31515"/>
                </a:solidFill>
                <a:effectLst/>
                <a:latin typeface="Consolas" panose="020B0609020204030204" pitchFamily="49" charset="0"/>
              </a:rPr>
              <a:t> in</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d2</a:t>
            </a:r>
            <a:r>
              <a:rPr lang="en-US" sz="1400" b="0" dirty="0">
                <a:solidFill>
                  <a:srgbClr val="000000"/>
                </a:solidFill>
                <a:effectLst/>
                <a:latin typeface="Consolas" panose="020B0609020204030204" pitchFamily="49" charset="0"/>
              </a:rPr>
              <a:t>.ft, </a:t>
            </a:r>
            <a:r>
              <a:rPr lang="en-US" sz="1400" b="0" dirty="0">
                <a:solidFill>
                  <a:srgbClr val="1F377F"/>
                </a:solidFill>
                <a:effectLst/>
                <a:latin typeface="Consolas" panose="020B0609020204030204" pitchFamily="49" charset="0"/>
              </a:rPr>
              <a:t>d2</a:t>
            </a:r>
            <a:r>
              <a:rPr lang="en-US" sz="1400" b="0" dirty="0">
                <a:solidFill>
                  <a:srgbClr val="000000"/>
                </a:solidFill>
                <a:effectLst/>
                <a:latin typeface="Consolas" panose="020B0609020204030204" pitchFamily="49" charset="0"/>
              </a:rPr>
              <a:t>.in);</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d3: </a:t>
            </a:r>
            <a:r>
              <a:rPr lang="en-US" sz="1400" b="0" dirty="0">
                <a:solidFill>
                  <a:srgbClr val="1F377F"/>
                </a:solidFill>
                <a:effectLst/>
                <a:latin typeface="Consolas" panose="020B0609020204030204" pitchFamily="49" charset="0"/>
              </a:rPr>
              <a:t>%i</a:t>
            </a:r>
            <a:r>
              <a:rPr lang="en-US" sz="1400" b="0" dirty="0">
                <a:solidFill>
                  <a:srgbClr val="A31515"/>
                </a:solidFill>
                <a:effectLst/>
                <a:latin typeface="Consolas" panose="020B0609020204030204" pitchFamily="49" charset="0"/>
              </a:rPr>
              <a:t> ft, </a:t>
            </a:r>
            <a:r>
              <a:rPr lang="en-US" sz="1400" b="0" dirty="0">
                <a:solidFill>
                  <a:srgbClr val="1F377F"/>
                </a:solidFill>
                <a:effectLst/>
                <a:latin typeface="Consolas" panose="020B0609020204030204" pitchFamily="49" charset="0"/>
              </a:rPr>
              <a:t>%f</a:t>
            </a:r>
            <a:r>
              <a:rPr lang="en-US" sz="1400" b="0" dirty="0">
                <a:solidFill>
                  <a:srgbClr val="A31515"/>
                </a:solidFill>
                <a:effectLst/>
                <a:latin typeface="Consolas" panose="020B0609020204030204" pitchFamily="49" charset="0"/>
              </a:rPr>
              <a:t> in</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d3</a:t>
            </a:r>
            <a:r>
              <a:rPr lang="en-US" sz="1400" b="0" dirty="0">
                <a:solidFill>
                  <a:srgbClr val="000000"/>
                </a:solidFill>
                <a:effectLst/>
                <a:latin typeface="Consolas" panose="020B0609020204030204" pitchFamily="49" charset="0"/>
              </a:rPr>
              <a:t>.ft, </a:t>
            </a:r>
            <a:r>
              <a:rPr lang="en-US" sz="1400" b="0" dirty="0">
                <a:solidFill>
                  <a:srgbClr val="1F377F"/>
                </a:solidFill>
                <a:effectLst/>
                <a:latin typeface="Consolas" panose="020B0609020204030204" pitchFamily="49" charset="0"/>
              </a:rPr>
              <a:t>d3</a:t>
            </a:r>
            <a:r>
              <a:rPr lang="en-US" sz="1400" b="0" dirty="0">
                <a:solidFill>
                  <a:srgbClr val="000000"/>
                </a:solidFill>
                <a:effectLst/>
                <a:latin typeface="Consolas" panose="020B0609020204030204" pitchFamily="49" charset="0"/>
              </a:rPr>
              <a:t>.in);</a:t>
            </a:r>
          </a:p>
          <a:p>
            <a:pPr marL="342900" indent="-3429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marL="342900" indent="-342900">
              <a:buFont typeface="+mj-lt"/>
              <a:buAutoNum type="arabicPeriod"/>
            </a:pPr>
            <a:r>
              <a:rPr lang="en-U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5802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0EF036-ECA7-6FDA-576B-FB10ADA9BE69}"/>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12</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8628AA0F-3308-1D89-3FEE-62DA194CAB7C}"/>
              </a:ext>
            </a:extLst>
          </p:cNvPr>
          <p:cNvSpPr>
            <a:spLocks noGrp="1"/>
          </p:cNvSpPr>
          <p:nvPr>
            <p:ph type="title"/>
          </p:nvPr>
        </p:nvSpPr>
        <p:spPr>
          <a:xfrm>
            <a:off x="587374" y="370290"/>
            <a:ext cx="10691347" cy="1474385"/>
          </a:xfrm>
        </p:spPr>
        <p:txBody>
          <a:bodyPr/>
          <a:lstStyle/>
          <a:p>
            <a:r>
              <a:rPr lang="da-DK" dirty="0">
                <a:latin typeface="Consolas" panose="020B0609020204030204" pitchFamily="49" charset="0"/>
              </a:rPr>
              <a:t>Opgave: patient1</a:t>
            </a:r>
            <a:br>
              <a:rPr lang="da-DK" dirty="0">
                <a:latin typeface="Consolas" panose="020B0609020204030204" pitchFamily="49" charset="0"/>
              </a:rPr>
            </a:br>
            <a:r>
              <a:rPr lang="da-DK" sz="2800" dirty="0">
                <a:latin typeface="Consolas" panose="020B0609020204030204" pitchFamily="49" charset="0"/>
              </a:rPr>
              <a:t>Patient Journal</a:t>
            </a:r>
            <a:endParaRPr lang="LID4096" dirty="0">
              <a:latin typeface="Consolas" panose="020B0609020204030204" pitchFamily="49" charset="0"/>
            </a:endParaRPr>
          </a:p>
        </p:txBody>
      </p:sp>
      <p:sp>
        <p:nvSpPr>
          <p:cNvPr id="4" name="Text Placeholder 3">
            <a:extLst>
              <a:ext uri="{FF2B5EF4-FFF2-40B4-BE49-F238E27FC236}">
                <a16:creationId xmlns:a16="http://schemas.microsoft.com/office/drawing/2014/main" id="{F6729CDB-7796-54AC-C8D2-0200E1B24AEC}"/>
              </a:ext>
            </a:extLst>
          </p:cNvPr>
          <p:cNvSpPr>
            <a:spLocks noGrp="1"/>
          </p:cNvSpPr>
          <p:nvPr>
            <p:ph type="body" sz="quarter" idx="12"/>
          </p:nvPr>
        </p:nvSpPr>
        <p:spPr>
          <a:xfrm>
            <a:off x="658627" y="1905021"/>
            <a:ext cx="10681260" cy="3704284"/>
          </a:xfrm>
        </p:spPr>
        <p:txBody>
          <a:bodyPr>
            <a:normAutofit/>
          </a:bodyPr>
          <a:lstStyle/>
          <a:p>
            <a:pPr marL="0" indent="0">
              <a:buNone/>
            </a:pPr>
            <a:r>
              <a:rPr lang="da-DK" dirty="0">
                <a:latin typeface="Consolas" panose="020B0609020204030204" pitchFamily="49" charset="0"/>
              </a:rPr>
              <a:t>Lav et program patient1.c, som benytter en </a:t>
            </a:r>
            <a:r>
              <a:rPr lang="da-DK" dirty="0" err="1">
                <a:latin typeface="Consolas" panose="020B0609020204030204" pitchFamily="49" charset="0"/>
              </a:rPr>
              <a:t>struct</a:t>
            </a:r>
            <a:r>
              <a:rPr lang="da-DK" dirty="0">
                <a:latin typeface="Consolas" panose="020B0609020204030204" pitchFamily="49" charset="0"/>
              </a:rPr>
              <a:t> til patient specifikke informationer, og som printer informationerne ud.</a:t>
            </a:r>
          </a:p>
          <a:p>
            <a:pPr marL="0" indent="0">
              <a:buNone/>
            </a:pPr>
            <a:r>
              <a:rPr lang="da-DK" b="1" dirty="0">
                <a:latin typeface="Consolas" panose="020B0609020204030204" pitchFamily="49" charset="0"/>
              </a:rPr>
              <a:t>Fremgangsmåde:</a:t>
            </a:r>
          </a:p>
          <a:p>
            <a:pPr marL="342900" indent="-342900">
              <a:buFont typeface="+mj-lt"/>
              <a:buAutoNum type="arabicPeriod"/>
            </a:pPr>
            <a:r>
              <a:rPr lang="da-DK" dirty="0">
                <a:latin typeface="Consolas" panose="020B0609020204030204" pitchFamily="49" charset="0"/>
              </a:rPr>
              <a:t>Definer et </a:t>
            </a:r>
            <a:r>
              <a:rPr lang="da-DK" dirty="0" err="1">
                <a:latin typeface="Consolas" panose="020B0609020204030204" pitchFamily="49" charset="0"/>
              </a:rPr>
              <a:t>struct</a:t>
            </a:r>
            <a:r>
              <a:rPr lang="da-DK" dirty="0">
                <a:latin typeface="Consolas" panose="020B0609020204030204" pitchFamily="49" charset="0"/>
              </a:rPr>
              <a:t> Template som hedder Patient med følgende </a:t>
            </a:r>
            <a:r>
              <a:rPr lang="da-DK" dirty="0" err="1">
                <a:latin typeface="Consolas" panose="020B0609020204030204" pitchFamily="49" charset="0"/>
              </a:rPr>
              <a:t>member</a:t>
            </a:r>
            <a:r>
              <a:rPr lang="da-DK" dirty="0">
                <a:latin typeface="Consolas" panose="020B0609020204030204" pitchFamily="49" charset="0"/>
              </a:rPr>
              <a:t>-variabler: </a:t>
            </a:r>
          </a:p>
          <a:p>
            <a:pPr marL="681038" lvl="1" indent="-342900">
              <a:buFont typeface="+mj-lt"/>
              <a:buAutoNum type="arabicPeriod"/>
            </a:pPr>
            <a:r>
              <a:rPr lang="da-DK" dirty="0" err="1">
                <a:latin typeface="Consolas" panose="020B0609020204030204" pitchFamily="49" charset="0"/>
              </a:rPr>
              <a:t>int</a:t>
            </a:r>
            <a:r>
              <a:rPr lang="da-DK" dirty="0">
                <a:latin typeface="Consolas" panose="020B0609020204030204" pitchFamily="49" charset="0"/>
              </a:rPr>
              <a:t> id, </a:t>
            </a:r>
            <a:r>
              <a:rPr lang="da-DK" dirty="0" err="1">
                <a:latin typeface="Consolas" panose="020B0609020204030204" pitchFamily="49" charset="0"/>
              </a:rPr>
              <a:t>int</a:t>
            </a:r>
            <a:r>
              <a:rPr lang="da-DK" dirty="0">
                <a:latin typeface="Consolas" panose="020B0609020204030204" pitchFamily="49" charset="0"/>
              </a:rPr>
              <a:t> age, </a:t>
            </a:r>
            <a:r>
              <a:rPr lang="da-DK" dirty="0" err="1">
                <a:latin typeface="Consolas" panose="020B0609020204030204" pitchFamily="49" charset="0"/>
              </a:rPr>
              <a:t>float</a:t>
            </a:r>
            <a:r>
              <a:rPr lang="da-DK" dirty="0">
                <a:latin typeface="Consolas" panose="020B0609020204030204" pitchFamily="49" charset="0"/>
              </a:rPr>
              <a:t> </a:t>
            </a:r>
            <a:r>
              <a:rPr lang="da-DK" dirty="0" err="1">
                <a:latin typeface="Consolas" panose="020B0609020204030204" pitchFamily="49" charset="0"/>
              </a:rPr>
              <a:t>heightM</a:t>
            </a:r>
            <a:r>
              <a:rPr lang="da-DK" dirty="0">
                <a:latin typeface="Consolas" panose="020B0609020204030204" pitchFamily="49" charset="0"/>
              </a:rPr>
              <a:t>, </a:t>
            </a:r>
            <a:r>
              <a:rPr lang="da-DK" dirty="0" err="1">
                <a:latin typeface="Consolas" panose="020B0609020204030204" pitchFamily="49" charset="0"/>
              </a:rPr>
              <a:t>float</a:t>
            </a:r>
            <a:r>
              <a:rPr lang="da-DK" dirty="0">
                <a:latin typeface="Consolas" panose="020B0609020204030204" pitchFamily="49" charset="0"/>
              </a:rPr>
              <a:t> </a:t>
            </a:r>
            <a:r>
              <a:rPr lang="da-DK" dirty="0" err="1">
                <a:latin typeface="Consolas" panose="020B0609020204030204" pitchFamily="49" charset="0"/>
              </a:rPr>
              <a:t>weightKg</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rPr>
              <a:t>Hint: et array navn er i flertal</a:t>
            </a:r>
          </a:p>
          <a:p>
            <a:pPr marL="681038" lvl="1" indent="-342900">
              <a:buFont typeface="+mj-lt"/>
              <a:buAutoNum type="arabicPeriod"/>
            </a:pPr>
            <a:r>
              <a:rPr lang="da-DK" dirty="0">
                <a:latin typeface="Consolas" panose="020B0609020204030204" pitchFamily="49" charset="0"/>
              </a:rPr>
              <a:t>Hint: et </a:t>
            </a:r>
            <a:r>
              <a:rPr lang="da-DK" dirty="0" err="1">
                <a:latin typeface="Consolas" panose="020B0609020204030204" pitchFamily="49" charset="0"/>
              </a:rPr>
              <a:t>struct</a:t>
            </a:r>
            <a:r>
              <a:rPr lang="da-DK" dirty="0">
                <a:latin typeface="Consolas" panose="020B0609020204030204" pitchFamily="49" charset="0"/>
              </a:rPr>
              <a:t> </a:t>
            </a:r>
            <a:r>
              <a:rPr lang="da-DK" dirty="0" err="1">
                <a:latin typeface="Consolas" panose="020B0609020204030204" pitchFamily="49" charset="0"/>
              </a:rPr>
              <a:t>membervariabel</a:t>
            </a:r>
            <a:r>
              <a:rPr lang="da-DK" dirty="0">
                <a:latin typeface="Consolas" panose="020B0609020204030204" pitchFamily="49" charset="0"/>
              </a:rPr>
              <a:t> er ofte ental</a:t>
            </a:r>
          </a:p>
          <a:p>
            <a:pPr marL="342900" indent="-342900">
              <a:buFont typeface="+mj-lt"/>
              <a:buAutoNum type="arabicPeriod"/>
            </a:pPr>
            <a:r>
              <a:rPr lang="da-DK" dirty="0">
                <a:latin typeface="Consolas" panose="020B0609020204030204" pitchFamily="49" charset="0"/>
              </a:rPr>
              <a:t>lav et </a:t>
            </a:r>
            <a:r>
              <a:rPr lang="da-DK" dirty="0" err="1">
                <a:highlight>
                  <a:srgbClr val="FFFF00"/>
                </a:highlight>
                <a:latin typeface="Consolas" panose="020B0609020204030204" pitchFamily="49" charset="0"/>
              </a:rPr>
              <a:t>struct</a:t>
            </a:r>
            <a:r>
              <a:rPr lang="da-DK" dirty="0">
                <a:highlight>
                  <a:srgbClr val="FFFF00"/>
                </a:highlight>
                <a:latin typeface="Consolas" panose="020B0609020204030204" pitchFamily="49" charset="0"/>
              </a:rPr>
              <a:t> Patient </a:t>
            </a:r>
            <a:r>
              <a:rPr lang="da-DK" dirty="0" err="1">
                <a:highlight>
                  <a:srgbClr val="FFFF00"/>
                </a:highlight>
                <a:latin typeface="Consolas" panose="020B0609020204030204" pitchFamily="49" charset="0"/>
              </a:rPr>
              <a:t>tommy</a:t>
            </a:r>
            <a:r>
              <a:rPr lang="da-DK" dirty="0">
                <a:highlight>
                  <a:srgbClr val="FFFF00"/>
                </a:highlight>
                <a:latin typeface="Consolas" panose="020B0609020204030204" pitchFamily="49" charset="0"/>
              </a:rPr>
              <a:t>;</a:t>
            </a:r>
            <a:r>
              <a:rPr lang="da-DK" dirty="0">
                <a:latin typeface="Consolas" panose="020B0609020204030204" pitchFamily="49" charset="0"/>
              </a:rPr>
              <a:t> med følgende data:</a:t>
            </a:r>
          </a:p>
          <a:p>
            <a:pPr marL="681038" lvl="1" indent="-342900">
              <a:buFont typeface="+mj-lt"/>
              <a:buAutoNum type="arabicPeriod"/>
            </a:pPr>
            <a:r>
              <a:rPr lang="da-DK" dirty="0">
                <a:latin typeface="Consolas" panose="020B0609020204030204" pitchFamily="49" charset="0"/>
              </a:rPr>
              <a:t>.id=1, .age=21, .</a:t>
            </a:r>
            <a:r>
              <a:rPr lang="da-DK" dirty="0" err="1">
                <a:latin typeface="Consolas" panose="020B0609020204030204" pitchFamily="49" charset="0"/>
              </a:rPr>
              <a:t>heightM</a:t>
            </a:r>
            <a:r>
              <a:rPr lang="da-DK" dirty="0">
                <a:latin typeface="Consolas" panose="020B0609020204030204" pitchFamily="49" charset="0"/>
              </a:rPr>
              <a:t>=1.8, .</a:t>
            </a:r>
            <a:r>
              <a:rPr lang="da-DK" dirty="0" err="1">
                <a:latin typeface="Consolas" panose="020B0609020204030204" pitchFamily="49" charset="0"/>
              </a:rPr>
              <a:t>weightKg</a:t>
            </a:r>
            <a:r>
              <a:rPr lang="da-DK" dirty="0">
                <a:latin typeface="Consolas" panose="020B0609020204030204" pitchFamily="49" charset="0"/>
              </a:rPr>
              <a:t>=55.0</a:t>
            </a:r>
          </a:p>
          <a:p>
            <a:pPr marL="342900" indent="-342900">
              <a:buFont typeface="+mj-lt"/>
              <a:buAutoNum type="arabicPeriod"/>
            </a:pPr>
            <a:r>
              <a:rPr lang="da-DK" dirty="0">
                <a:latin typeface="Consolas" panose="020B0609020204030204" pitchFamily="49" charset="0"/>
              </a:rPr>
              <a:t>Print hvert </a:t>
            </a:r>
            <a:r>
              <a:rPr lang="da-DK" dirty="0" err="1">
                <a:latin typeface="Consolas" panose="020B0609020204030204" pitchFamily="49" charset="0"/>
              </a:rPr>
              <a:t>membervariabel</a:t>
            </a:r>
            <a:r>
              <a:rPr lang="da-DK" dirty="0">
                <a:latin typeface="Consolas" panose="020B0609020204030204" pitchFamily="49" charset="0"/>
              </a:rPr>
              <a:t> ud individuelt for </a:t>
            </a:r>
            <a:r>
              <a:rPr lang="da-DK" dirty="0" err="1">
                <a:latin typeface="Consolas" panose="020B0609020204030204" pitchFamily="49" charset="0"/>
              </a:rPr>
              <a:t>tommy</a:t>
            </a:r>
            <a:endParaRPr lang="da-DK" dirty="0">
              <a:latin typeface="Consolas" panose="020B0609020204030204" pitchFamily="49" charset="0"/>
            </a:endParaRPr>
          </a:p>
        </p:txBody>
      </p:sp>
    </p:spTree>
    <p:extLst>
      <p:ext uri="{BB962C8B-B14F-4D97-AF65-F5344CB8AC3E}">
        <p14:creationId xmlns:p14="http://schemas.microsoft.com/office/powerpoint/2010/main" val="1783744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0EF036-ECA7-6FDA-576B-FB10ADA9BE69}"/>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13</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8628AA0F-3308-1D89-3FEE-62DA194CAB7C}"/>
              </a:ext>
            </a:extLst>
          </p:cNvPr>
          <p:cNvSpPr>
            <a:spLocks noGrp="1"/>
          </p:cNvSpPr>
          <p:nvPr>
            <p:ph type="title"/>
          </p:nvPr>
        </p:nvSpPr>
        <p:spPr>
          <a:xfrm>
            <a:off x="587374" y="370290"/>
            <a:ext cx="10691347" cy="1474385"/>
          </a:xfrm>
        </p:spPr>
        <p:txBody>
          <a:bodyPr/>
          <a:lstStyle/>
          <a:p>
            <a:r>
              <a:rPr lang="da-DK" dirty="0">
                <a:latin typeface="Consolas" panose="020B0609020204030204" pitchFamily="49" charset="0"/>
              </a:rPr>
              <a:t>A basic Patient Journal – Solution</a:t>
            </a:r>
            <a:endParaRPr lang="LID4096" dirty="0">
              <a:latin typeface="Consolas" panose="020B0609020204030204" pitchFamily="49" charset="0"/>
            </a:endParaRPr>
          </a:p>
        </p:txBody>
      </p:sp>
      <p:sp>
        <p:nvSpPr>
          <p:cNvPr id="4" name="Text Placeholder 3">
            <a:extLst>
              <a:ext uri="{FF2B5EF4-FFF2-40B4-BE49-F238E27FC236}">
                <a16:creationId xmlns:a16="http://schemas.microsoft.com/office/drawing/2014/main" id="{F6729CDB-7796-54AC-C8D2-0200E1B24AEC}"/>
              </a:ext>
            </a:extLst>
          </p:cNvPr>
          <p:cNvSpPr>
            <a:spLocks noGrp="1"/>
          </p:cNvSpPr>
          <p:nvPr>
            <p:ph type="body" sz="quarter" idx="12"/>
          </p:nvPr>
        </p:nvSpPr>
        <p:spPr>
          <a:xfrm>
            <a:off x="658627" y="1905021"/>
            <a:ext cx="4687609" cy="3704284"/>
          </a:xfrm>
        </p:spPr>
        <p:txBody>
          <a:bodyPr>
            <a:normAutofit fontScale="85000" lnSpcReduction="10000"/>
          </a:bodyPr>
          <a:lstStyle/>
          <a:p>
            <a:pPr marL="0" indent="0">
              <a:buNone/>
            </a:pPr>
            <a:r>
              <a:rPr lang="da-DK" dirty="0">
                <a:latin typeface="Consolas" panose="020B0609020204030204" pitchFamily="49" charset="0"/>
              </a:rPr>
              <a:t>Skriv kildekoden til et program p08_patient1, som benytter </a:t>
            </a:r>
            <a:r>
              <a:rPr lang="da-DK" dirty="0" err="1">
                <a:latin typeface="Consolas" panose="020B0609020204030204" pitchFamily="49" charset="0"/>
              </a:rPr>
              <a:t>struct</a:t>
            </a:r>
            <a:r>
              <a:rPr lang="da-DK" dirty="0">
                <a:latin typeface="Consolas" panose="020B0609020204030204" pitchFamily="49" charset="0"/>
              </a:rPr>
              <a:t> til patient specifikke informationer.</a:t>
            </a:r>
          </a:p>
          <a:p>
            <a:pPr marL="342900" indent="-342900">
              <a:buFont typeface="+mj-lt"/>
              <a:buAutoNum type="arabicPeriod"/>
            </a:pPr>
            <a:r>
              <a:rPr lang="da-DK" dirty="0">
                <a:latin typeface="Consolas" panose="020B0609020204030204" pitchFamily="49" charset="0"/>
              </a:rPr>
              <a:t>Definer et </a:t>
            </a:r>
            <a:r>
              <a:rPr lang="da-DK" dirty="0" err="1">
                <a:latin typeface="Consolas" panose="020B0609020204030204" pitchFamily="49" charset="0"/>
              </a:rPr>
              <a:t>struct</a:t>
            </a:r>
            <a:r>
              <a:rPr lang="da-DK" dirty="0">
                <a:latin typeface="Consolas" panose="020B0609020204030204" pitchFamily="49" charset="0"/>
              </a:rPr>
              <a:t>-template som hedder Patient med følgende medlems variabler: </a:t>
            </a:r>
          </a:p>
          <a:p>
            <a:pPr lvl="1"/>
            <a:r>
              <a:rPr lang="da-DK" dirty="0" err="1">
                <a:latin typeface="Consolas" panose="020B0609020204030204" pitchFamily="49" charset="0"/>
              </a:rPr>
              <a:t>int</a:t>
            </a:r>
            <a:r>
              <a:rPr lang="da-DK" dirty="0">
                <a:latin typeface="Consolas" panose="020B0609020204030204" pitchFamily="49" charset="0"/>
              </a:rPr>
              <a:t> id, </a:t>
            </a:r>
            <a:r>
              <a:rPr lang="da-DK" dirty="0" err="1">
                <a:latin typeface="Consolas" panose="020B0609020204030204" pitchFamily="49" charset="0"/>
              </a:rPr>
              <a:t>int</a:t>
            </a:r>
            <a:r>
              <a:rPr lang="da-DK" dirty="0">
                <a:latin typeface="Consolas" panose="020B0609020204030204" pitchFamily="49" charset="0"/>
              </a:rPr>
              <a:t> age, </a:t>
            </a:r>
            <a:r>
              <a:rPr lang="da-DK" dirty="0" err="1">
                <a:latin typeface="Consolas" panose="020B0609020204030204" pitchFamily="49" charset="0"/>
              </a:rPr>
              <a:t>float</a:t>
            </a:r>
            <a:r>
              <a:rPr lang="da-DK" dirty="0">
                <a:latin typeface="Consolas" panose="020B0609020204030204" pitchFamily="49" charset="0"/>
              </a:rPr>
              <a:t> </a:t>
            </a:r>
            <a:r>
              <a:rPr lang="da-DK" dirty="0" err="1">
                <a:latin typeface="Consolas" panose="020B0609020204030204" pitchFamily="49" charset="0"/>
              </a:rPr>
              <a:t>heightM</a:t>
            </a:r>
            <a:r>
              <a:rPr lang="da-DK" dirty="0">
                <a:latin typeface="Consolas" panose="020B0609020204030204" pitchFamily="49" charset="0"/>
              </a:rPr>
              <a:t>, </a:t>
            </a:r>
            <a:r>
              <a:rPr lang="da-DK" dirty="0" err="1">
                <a:latin typeface="Consolas" panose="020B0609020204030204" pitchFamily="49" charset="0"/>
              </a:rPr>
              <a:t>float</a:t>
            </a:r>
            <a:r>
              <a:rPr lang="da-DK" dirty="0">
                <a:latin typeface="Consolas" panose="020B0609020204030204" pitchFamily="49" charset="0"/>
              </a:rPr>
              <a:t> </a:t>
            </a:r>
            <a:r>
              <a:rPr lang="da-DK" dirty="0" err="1">
                <a:latin typeface="Consolas" panose="020B0609020204030204" pitchFamily="49" charset="0"/>
              </a:rPr>
              <a:t>weightKg</a:t>
            </a:r>
            <a:endParaRPr lang="da-DK" dirty="0">
              <a:latin typeface="Consolas" panose="020B0609020204030204" pitchFamily="49" charset="0"/>
            </a:endParaRPr>
          </a:p>
          <a:p>
            <a:pPr lvl="1"/>
            <a:r>
              <a:rPr lang="da-DK" dirty="0">
                <a:latin typeface="Consolas" panose="020B0609020204030204" pitchFamily="49" charset="0"/>
              </a:rPr>
              <a:t>Hint: et array navn er i flertal</a:t>
            </a:r>
          </a:p>
          <a:p>
            <a:pPr lvl="1"/>
            <a:r>
              <a:rPr lang="da-DK" dirty="0">
                <a:latin typeface="Consolas" panose="020B0609020204030204" pitchFamily="49" charset="0"/>
              </a:rPr>
              <a:t>Hint: et </a:t>
            </a:r>
            <a:r>
              <a:rPr lang="da-DK" dirty="0" err="1">
                <a:latin typeface="Consolas" panose="020B0609020204030204" pitchFamily="49" charset="0"/>
              </a:rPr>
              <a:t>struct</a:t>
            </a:r>
            <a:r>
              <a:rPr lang="da-DK" dirty="0">
                <a:latin typeface="Consolas" panose="020B0609020204030204" pitchFamily="49" charset="0"/>
              </a:rPr>
              <a:t> </a:t>
            </a:r>
            <a:r>
              <a:rPr lang="da-DK" dirty="0" err="1">
                <a:latin typeface="Consolas" panose="020B0609020204030204" pitchFamily="49" charset="0"/>
              </a:rPr>
              <a:t>membervariabel</a:t>
            </a:r>
            <a:r>
              <a:rPr lang="da-DK" dirty="0">
                <a:latin typeface="Consolas" panose="020B0609020204030204" pitchFamily="49" charset="0"/>
              </a:rPr>
              <a:t> er ental (generelt er der 1 element i hvert </a:t>
            </a:r>
            <a:r>
              <a:rPr lang="da-DK" dirty="0" err="1">
                <a:latin typeface="Consolas" panose="020B0609020204030204" pitchFamily="49" charset="0"/>
              </a:rPr>
              <a:t>member</a:t>
            </a:r>
            <a:r>
              <a:rPr lang="da-DK" dirty="0">
                <a:latin typeface="Consolas" panose="020B0609020204030204" pitchFamily="49" charset="0"/>
              </a:rPr>
              <a:t>)</a:t>
            </a:r>
          </a:p>
          <a:p>
            <a:pPr marL="342900" indent="-342900">
              <a:buFont typeface="+mj-lt"/>
              <a:buAutoNum type="arabicPeriod"/>
            </a:pPr>
            <a:r>
              <a:rPr lang="da-DK" dirty="0">
                <a:latin typeface="Consolas" panose="020B0609020204030204" pitchFamily="49" charset="0"/>
              </a:rPr>
              <a:t>lav et </a:t>
            </a:r>
            <a:r>
              <a:rPr lang="da-DK" dirty="0" err="1">
                <a:highlight>
                  <a:srgbClr val="FFFF00"/>
                </a:highlight>
                <a:latin typeface="Consolas" panose="020B0609020204030204" pitchFamily="49" charset="0"/>
              </a:rPr>
              <a:t>struct</a:t>
            </a:r>
            <a:r>
              <a:rPr lang="da-DK" dirty="0">
                <a:highlight>
                  <a:srgbClr val="FFFF00"/>
                </a:highlight>
                <a:latin typeface="Consolas" panose="020B0609020204030204" pitchFamily="49" charset="0"/>
              </a:rPr>
              <a:t> Patient </a:t>
            </a:r>
            <a:r>
              <a:rPr lang="da-DK" dirty="0" err="1">
                <a:highlight>
                  <a:srgbClr val="FFFF00"/>
                </a:highlight>
                <a:latin typeface="Consolas" panose="020B0609020204030204" pitchFamily="49" charset="0"/>
              </a:rPr>
              <a:t>tommy</a:t>
            </a:r>
            <a:r>
              <a:rPr lang="da-DK" dirty="0">
                <a:highlight>
                  <a:srgbClr val="FFFF00"/>
                </a:highlight>
                <a:latin typeface="Consolas" panose="020B0609020204030204" pitchFamily="49" charset="0"/>
              </a:rPr>
              <a:t>;</a:t>
            </a:r>
            <a:r>
              <a:rPr lang="da-DK" dirty="0">
                <a:latin typeface="Consolas" panose="020B0609020204030204" pitchFamily="49" charset="0"/>
              </a:rPr>
              <a:t> med følgende data:</a:t>
            </a:r>
          </a:p>
          <a:p>
            <a:pPr lvl="1"/>
            <a:r>
              <a:rPr lang="da-DK" dirty="0">
                <a:latin typeface="Consolas" panose="020B0609020204030204" pitchFamily="49" charset="0"/>
              </a:rPr>
              <a:t>.id=1, .age=21, .</a:t>
            </a:r>
            <a:r>
              <a:rPr lang="da-DK" dirty="0" err="1">
                <a:latin typeface="Consolas" panose="020B0609020204030204" pitchFamily="49" charset="0"/>
              </a:rPr>
              <a:t>heightM</a:t>
            </a:r>
            <a:r>
              <a:rPr lang="da-DK" dirty="0">
                <a:latin typeface="Consolas" panose="020B0609020204030204" pitchFamily="49" charset="0"/>
              </a:rPr>
              <a:t>=1.8, .</a:t>
            </a:r>
            <a:r>
              <a:rPr lang="da-DK" dirty="0" err="1">
                <a:latin typeface="Consolas" panose="020B0609020204030204" pitchFamily="49" charset="0"/>
              </a:rPr>
              <a:t>weightKg</a:t>
            </a:r>
            <a:r>
              <a:rPr lang="da-DK" dirty="0">
                <a:latin typeface="Consolas" panose="020B0609020204030204" pitchFamily="49" charset="0"/>
              </a:rPr>
              <a:t>=55.0</a:t>
            </a:r>
          </a:p>
          <a:p>
            <a:pPr marL="342900" indent="-342900">
              <a:buFont typeface="+mj-lt"/>
              <a:buAutoNum type="arabicPeriod"/>
            </a:pPr>
            <a:r>
              <a:rPr lang="da-DK" dirty="0">
                <a:latin typeface="Consolas" panose="020B0609020204030204" pitchFamily="49" charset="0"/>
              </a:rPr>
              <a:t>Print patient informationen ud for </a:t>
            </a:r>
            <a:r>
              <a:rPr lang="da-DK" dirty="0" err="1">
                <a:latin typeface="Consolas" panose="020B0609020204030204" pitchFamily="49" charset="0"/>
              </a:rPr>
              <a:t>tommy</a:t>
            </a:r>
            <a:endParaRPr lang="da-DK" dirty="0">
              <a:latin typeface="Consolas" panose="020B0609020204030204" pitchFamily="49" charset="0"/>
            </a:endParaRPr>
          </a:p>
        </p:txBody>
      </p:sp>
      <p:sp>
        <p:nvSpPr>
          <p:cNvPr id="6" name="TextBox 5">
            <a:extLst>
              <a:ext uri="{FF2B5EF4-FFF2-40B4-BE49-F238E27FC236}">
                <a16:creationId xmlns:a16="http://schemas.microsoft.com/office/drawing/2014/main" id="{B3AAF1DE-4B91-4177-6E15-14D5021FFC3C}"/>
              </a:ext>
            </a:extLst>
          </p:cNvPr>
          <p:cNvSpPr txBox="1"/>
          <p:nvPr/>
        </p:nvSpPr>
        <p:spPr>
          <a:xfrm>
            <a:off x="6096000" y="1853190"/>
            <a:ext cx="5513074" cy="3970318"/>
          </a:xfrm>
          <a:prstGeom prst="rect">
            <a:avLst/>
          </a:prstGeom>
          <a:solidFill>
            <a:schemeClr val="bg1">
              <a:lumMod val="95000"/>
            </a:schemeClr>
          </a:solidFill>
        </p:spPr>
        <p:txBody>
          <a:bodyPr wrap="square">
            <a:spAutoFit/>
          </a:bodyPr>
          <a:lstStyle/>
          <a:p>
            <a:pPr marL="228600" indent="-228600">
              <a:buFont typeface="+mj-lt"/>
              <a:buAutoNum type="arabicPeriod"/>
            </a:pPr>
            <a:r>
              <a:rPr lang="en-US" sz="1400" b="0" dirty="0">
                <a:solidFill>
                  <a:srgbClr val="808080"/>
                </a:solidFill>
                <a:effectLst/>
                <a:latin typeface="Consolas" panose="020B0609020204030204" pitchFamily="49" charset="0"/>
              </a:rPr>
              <a:t>#include</a:t>
            </a:r>
            <a:r>
              <a:rPr lang="en-US" sz="1400" b="0" dirty="0">
                <a:solidFill>
                  <a:srgbClr val="000000"/>
                </a:solidFill>
                <a:effectLst/>
                <a:latin typeface="Consolas" panose="020B0609020204030204" pitchFamily="49" charset="0"/>
              </a:rPr>
              <a:t> </a:t>
            </a:r>
            <a:r>
              <a:rPr lang="en-US" sz="1400" b="0" dirty="0">
                <a:solidFill>
                  <a:srgbClr val="E21F1F"/>
                </a:solidFill>
                <a:effectLst/>
                <a:latin typeface="Consolas" panose="020B0609020204030204" pitchFamily="49" charset="0"/>
              </a:rPr>
              <a:t>&lt;</a:t>
            </a:r>
            <a:r>
              <a:rPr lang="en-US" sz="1400" b="0" dirty="0" err="1">
                <a:solidFill>
                  <a:srgbClr val="A31515"/>
                </a:solidFill>
                <a:effectLst/>
                <a:latin typeface="Consolas" panose="020B0609020204030204" pitchFamily="49" charset="0"/>
              </a:rPr>
              <a:t>stdio.h</a:t>
            </a:r>
            <a:r>
              <a:rPr lang="en-US" sz="1400" b="0" dirty="0">
                <a:solidFill>
                  <a:srgbClr val="E21F1F"/>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marL="228600" indent="-228600">
              <a:buFont typeface="+mj-lt"/>
              <a:buAutoNum type="arabicPeriod"/>
            </a:pP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a:solidFill>
                  <a:srgbClr val="2B91AF"/>
                </a:solidFill>
                <a:effectLst/>
                <a:latin typeface="Consolas" panose="020B0609020204030204" pitchFamily="49" charset="0"/>
              </a:rPr>
              <a:t>Patient</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t>
            </a:r>
          </a:p>
          <a:p>
            <a:pPr marL="228600" indent="-228600">
              <a:buFont typeface="+mj-lt"/>
              <a:buAutoNum type="arabicPeriod"/>
            </a:pPr>
            <a:r>
              <a:rPr lang="en-US" sz="1400" dirty="0">
                <a:solidFill>
                  <a:srgbClr val="008000"/>
                </a:solidFill>
                <a:latin typeface="Consolas" panose="020B0609020204030204" pitchFamily="49" charset="0"/>
              </a:rPr>
              <a:t>    </a:t>
            </a:r>
            <a:r>
              <a:rPr lang="en-US" sz="1400" b="0" dirty="0">
                <a:solidFill>
                  <a:srgbClr val="008000"/>
                </a:solidFill>
                <a:effectLst/>
                <a:latin typeface="Consolas" panose="020B0609020204030204" pitchFamily="49" charset="0"/>
              </a:rPr>
              <a:t>/* Data structure template */</a:t>
            </a:r>
            <a:endParaRPr lang="en-US" sz="1400" b="0" dirty="0">
              <a:solidFill>
                <a:srgbClr val="000000"/>
              </a:solidFill>
              <a:effectLst/>
              <a:latin typeface="Consolas" panose="020B0609020204030204" pitchFamily="49" charset="0"/>
            </a:endParaRP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id;</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age;</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float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heightM</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float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weightKg</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struct</a:t>
            </a:r>
            <a:r>
              <a:rPr lang="en-US" sz="1400" b="0" dirty="0">
                <a:solidFill>
                  <a:srgbClr val="000000"/>
                </a:solidFill>
                <a:effectLst/>
                <a:latin typeface="Consolas" panose="020B0609020204030204" pitchFamily="49" charset="0"/>
              </a:rPr>
              <a:t> </a:t>
            </a:r>
            <a:r>
              <a:rPr lang="en-US" sz="1400" b="0" dirty="0">
                <a:solidFill>
                  <a:srgbClr val="2B91AF"/>
                </a:solidFill>
                <a:effectLst/>
                <a:latin typeface="Consolas" panose="020B0609020204030204" pitchFamily="49" charset="0"/>
              </a:rPr>
              <a:t>Patient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tommy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21</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1.8</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55.0</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8000"/>
                </a:solidFill>
                <a:effectLst/>
                <a:latin typeface="Consolas" panose="020B0609020204030204" pitchFamily="49" charset="0"/>
              </a:rPr>
              <a:t>    /* Prints the results. */</a:t>
            </a:r>
            <a:endParaRPr lang="en-US" sz="1400" b="0" dirty="0">
              <a:solidFill>
                <a:srgbClr val="000000"/>
              </a:solidFill>
              <a:effectLst/>
              <a:latin typeface="Consolas" panose="020B0609020204030204" pitchFamily="49" charset="0"/>
            </a:endParaRP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Patient information for Tommy</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dirty="0">
                <a:solidFill>
                  <a:srgbClr val="B776FB"/>
                </a:solidFill>
                <a:latin typeface="Consolas" panose="020B0609020204030204" pitchFamily="49" charset="0"/>
              </a:rPr>
              <a:t>  </a:t>
            </a:r>
            <a:r>
              <a:rPr lang="en-US" sz="1400" b="0" dirty="0">
                <a:solidFill>
                  <a:srgbClr val="A31515"/>
                </a:solidFill>
                <a:effectLst/>
                <a:latin typeface="Consolas" panose="020B0609020204030204" pitchFamily="49" charset="0"/>
              </a:rPr>
              <a:t>ID: </a:t>
            </a:r>
            <a:r>
              <a:rPr lang="en-US" sz="1400" b="0" dirty="0">
                <a:solidFill>
                  <a:srgbClr val="1F377F"/>
                </a:solidFill>
                <a:effectLst/>
                <a:latin typeface="Consolas" panose="020B0609020204030204" pitchFamily="49" charset="0"/>
              </a:rPr>
              <a:t>%i</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tommy</a:t>
            </a:r>
            <a:r>
              <a:rPr lang="en-US" sz="1400" b="0" dirty="0">
                <a:solidFill>
                  <a:srgbClr val="000000"/>
                </a:solidFill>
                <a:effectLst/>
                <a:latin typeface="Consolas" panose="020B0609020204030204" pitchFamily="49" charset="0"/>
              </a:rPr>
              <a:t>.id);</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dirty="0">
                <a:solidFill>
                  <a:srgbClr val="B776FB"/>
                </a:solidFill>
                <a:latin typeface="Consolas" panose="020B0609020204030204" pitchFamily="49" charset="0"/>
              </a:rPr>
              <a:t>  </a:t>
            </a:r>
            <a:r>
              <a:rPr lang="en-US" sz="1400" b="0" dirty="0">
                <a:solidFill>
                  <a:srgbClr val="A31515"/>
                </a:solidFill>
                <a:effectLst/>
                <a:latin typeface="Consolas" panose="020B0609020204030204" pitchFamily="49" charset="0"/>
              </a:rPr>
              <a:t>Age: </a:t>
            </a:r>
            <a:r>
              <a:rPr lang="en-US" sz="1400" b="0" dirty="0">
                <a:solidFill>
                  <a:srgbClr val="1F377F"/>
                </a:solidFill>
                <a:effectLst/>
                <a:latin typeface="Consolas" panose="020B0609020204030204" pitchFamily="49" charset="0"/>
              </a:rPr>
              <a:t>%i</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tommy</a:t>
            </a:r>
            <a:r>
              <a:rPr lang="en-US" sz="1400" b="0" dirty="0" err="1">
                <a:solidFill>
                  <a:srgbClr val="00000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dirty="0">
                <a:solidFill>
                  <a:srgbClr val="B776FB"/>
                </a:solidFill>
                <a:latin typeface="Consolas" panose="020B0609020204030204" pitchFamily="49" charset="0"/>
              </a:rPr>
              <a:t>  </a:t>
            </a:r>
            <a:r>
              <a:rPr lang="en-US" sz="1400" b="0" dirty="0">
                <a:solidFill>
                  <a:srgbClr val="A31515"/>
                </a:solidFill>
                <a:effectLst/>
                <a:latin typeface="Consolas" panose="020B0609020204030204" pitchFamily="49" charset="0"/>
              </a:rPr>
              <a:t>Height: </a:t>
            </a:r>
            <a:r>
              <a:rPr lang="en-US" sz="1400" b="0" dirty="0">
                <a:solidFill>
                  <a:srgbClr val="1F377F"/>
                </a:solidFill>
                <a:effectLst/>
                <a:latin typeface="Consolas" panose="020B0609020204030204" pitchFamily="49" charset="0"/>
              </a:rPr>
              <a:t>%.2f</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tommy</a:t>
            </a:r>
            <a:r>
              <a:rPr lang="en-US" sz="1400" b="0" dirty="0" err="1">
                <a:solidFill>
                  <a:srgbClr val="000000"/>
                </a:solidFill>
                <a:effectLst/>
                <a:latin typeface="Consolas" panose="020B0609020204030204" pitchFamily="49" charset="0"/>
              </a:rPr>
              <a:t>.heightM</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dirty="0">
                <a:solidFill>
                  <a:srgbClr val="B776FB"/>
                </a:solidFill>
                <a:latin typeface="Consolas" panose="020B0609020204030204" pitchFamily="49" charset="0"/>
              </a:rPr>
              <a:t>  </a:t>
            </a:r>
            <a:r>
              <a:rPr lang="en-US" sz="1400" b="0" dirty="0">
                <a:solidFill>
                  <a:srgbClr val="A31515"/>
                </a:solidFill>
                <a:effectLst/>
                <a:latin typeface="Consolas" panose="020B0609020204030204" pitchFamily="49" charset="0"/>
              </a:rPr>
              <a:t>Weight: </a:t>
            </a:r>
            <a:r>
              <a:rPr lang="en-US" sz="1400" b="0" dirty="0">
                <a:solidFill>
                  <a:srgbClr val="1F377F"/>
                </a:solidFill>
                <a:effectLst/>
                <a:latin typeface="Consolas" panose="020B0609020204030204" pitchFamily="49" charset="0"/>
              </a:rPr>
              <a:t>%.1f</a:t>
            </a:r>
            <a:r>
              <a:rPr lang="en-US" sz="1400" b="0" dirty="0">
                <a:solidFill>
                  <a:srgbClr val="B776FB"/>
                </a:solidFill>
                <a:effectLst/>
                <a:latin typeface="Consolas" panose="020B0609020204030204" pitchFamily="49" charset="0"/>
              </a:rPr>
              <a:t>\n</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tommy</a:t>
            </a:r>
            <a:r>
              <a:rPr lang="en-US" sz="1400" b="0" dirty="0" err="1">
                <a:solidFill>
                  <a:srgbClr val="000000"/>
                </a:solidFill>
                <a:effectLst/>
                <a:latin typeface="Consolas" panose="020B0609020204030204" pitchFamily="49" charset="0"/>
              </a:rPr>
              <a:t>.weightKg</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marL="228600" indent="-228600">
              <a:buFont typeface="+mj-lt"/>
              <a:buAutoNum type="arabicPeriod"/>
            </a:pPr>
            <a:r>
              <a:rPr lang="en-U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02620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810B9A-1CB4-2FD0-8BFB-31985ACA2428}"/>
              </a:ext>
            </a:extLst>
          </p:cNvPr>
          <p:cNvSpPr>
            <a:spLocks noGrp="1"/>
          </p:cNvSpPr>
          <p:nvPr>
            <p:ph type="sldNum" sz="quarter" idx="4"/>
          </p:nvPr>
        </p:nvSpPr>
        <p:spPr/>
        <p:txBody>
          <a:bodyPr/>
          <a:lstStyle/>
          <a:p>
            <a:fld id="{D8D877B3-D348-4611-9BDB-C5374591D951}" type="slidenum">
              <a:rPr lang="en-US" smtClean="0"/>
              <a:pPr/>
              <a:t>14</a:t>
            </a:fld>
            <a:endParaRPr lang="en-US" dirty="0"/>
          </a:p>
        </p:txBody>
      </p:sp>
      <p:sp>
        <p:nvSpPr>
          <p:cNvPr id="3" name="Title 2">
            <a:extLst>
              <a:ext uri="{FF2B5EF4-FFF2-40B4-BE49-F238E27FC236}">
                <a16:creationId xmlns:a16="http://schemas.microsoft.com/office/drawing/2014/main" id="{228E797B-2F2A-6EF4-B962-F5AB89548772}"/>
              </a:ext>
            </a:extLst>
          </p:cNvPr>
          <p:cNvSpPr>
            <a:spLocks noGrp="1"/>
          </p:cNvSpPr>
          <p:nvPr>
            <p:ph type="title"/>
          </p:nvPr>
        </p:nvSpPr>
        <p:spPr>
          <a:xfrm>
            <a:off x="587374" y="370290"/>
            <a:ext cx="10596966" cy="1474385"/>
          </a:xfrm>
        </p:spPr>
        <p:txBody>
          <a:bodyPr/>
          <a:lstStyle/>
          <a:p>
            <a:r>
              <a:rPr lang="da-DK" dirty="0"/>
              <a:t>DO YOU KNOW WHAT TIME IT IS?!</a:t>
            </a:r>
            <a:br>
              <a:rPr lang="da-DK" dirty="0"/>
            </a:br>
            <a:endParaRPr lang="LID4096" dirty="0"/>
          </a:p>
        </p:txBody>
      </p:sp>
      <p:sp>
        <p:nvSpPr>
          <p:cNvPr id="6" name="TextBox 5">
            <a:extLst>
              <a:ext uri="{FF2B5EF4-FFF2-40B4-BE49-F238E27FC236}">
                <a16:creationId xmlns:a16="http://schemas.microsoft.com/office/drawing/2014/main" id="{F655BF3A-131E-F3A7-83BC-75814AC351A7}"/>
              </a:ext>
            </a:extLst>
          </p:cNvPr>
          <p:cNvSpPr txBox="1"/>
          <p:nvPr/>
        </p:nvSpPr>
        <p:spPr>
          <a:xfrm>
            <a:off x="587374" y="1760770"/>
            <a:ext cx="11109326" cy="3139321"/>
          </a:xfrm>
          <a:prstGeom prst="rect">
            <a:avLst/>
          </a:prstGeom>
          <a:solidFill>
            <a:schemeClr val="bg1">
              <a:lumMod val="95000"/>
            </a:schemeClr>
          </a:solidFill>
        </p:spPr>
        <p:txBody>
          <a:bodyPr wrap="square">
            <a:spAutoFit/>
          </a:bodyPr>
          <a:lstStyle/>
          <a:p>
            <a:pPr marL="228600" indent="-228600">
              <a:buFont typeface="+mj-lt"/>
              <a:buAutoNum type="arabicPeriod"/>
            </a:pPr>
            <a:r>
              <a:rPr lang="en-US" b="0" dirty="0">
                <a:solidFill>
                  <a:srgbClr val="B5200D"/>
                </a:solidFill>
                <a:effectLst/>
                <a:latin typeface="Consolas" panose="020B0609020204030204" pitchFamily="49" charset="0"/>
              </a:rPr>
              <a:t>#include</a:t>
            </a:r>
            <a:r>
              <a:rPr lang="en-US" b="0" dirty="0">
                <a:solidFill>
                  <a:srgbClr val="0F4A85"/>
                </a:solidFill>
                <a:effectLst/>
                <a:latin typeface="Consolas" panose="020B0609020204030204" pitchFamily="49" charset="0"/>
              </a:rPr>
              <a:t> &lt;</a:t>
            </a:r>
            <a:r>
              <a:rPr lang="en-US" b="0" dirty="0" err="1">
                <a:solidFill>
                  <a:srgbClr val="0F4A85"/>
                </a:solidFill>
                <a:effectLst/>
                <a:latin typeface="Consolas" panose="020B0609020204030204" pitchFamily="49" charset="0"/>
              </a:rPr>
              <a:t>stdio.h</a:t>
            </a:r>
            <a:r>
              <a:rPr lang="en-US" b="0" dirty="0">
                <a:solidFill>
                  <a:srgbClr val="0F4A85"/>
                </a:solidFill>
                <a:effectLst/>
                <a:latin typeface="Consolas" panose="020B0609020204030204" pitchFamily="49" charset="0"/>
              </a:rPr>
              <a:t>&gt;</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B5200D"/>
                </a:solidFill>
                <a:effectLst/>
                <a:latin typeface="Consolas" panose="020B0609020204030204" pitchFamily="49" charset="0"/>
              </a:rPr>
              <a:t>#include</a:t>
            </a:r>
            <a:r>
              <a:rPr lang="en-US" b="0" dirty="0">
                <a:solidFill>
                  <a:srgbClr val="0F4A85"/>
                </a:solidFill>
                <a:effectLst/>
                <a:latin typeface="Consolas" panose="020B0609020204030204" pitchFamily="49" charset="0"/>
              </a:rPr>
              <a:t> &lt;</a:t>
            </a:r>
            <a:r>
              <a:rPr lang="en-US" b="0" dirty="0" err="1">
                <a:solidFill>
                  <a:srgbClr val="0F4A85"/>
                </a:solidFill>
                <a:effectLst/>
                <a:latin typeface="Consolas" panose="020B0609020204030204" pitchFamily="49" charset="0"/>
              </a:rPr>
              <a:t>time.h</a:t>
            </a:r>
            <a:r>
              <a:rPr lang="en-US" b="0" dirty="0">
                <a:solidFill>
                  <a:srgbClr val="0F4A85"/>
                </a:solidFill>
                <a:effectLst/>
                <a:latin typeface="Consolas" panose="020B0609020204030204" pitchFamily="49" charset="0"/>
              </a:rPr>
              <a:t>&gt;</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B5200D"/>
                </a:solidFill>
                <a:effectLst/>
                <a:latin typeface="Consolas" panose="020B0609020204030204" pitchFamily="49" charset="0"/>
              </a:rPr>
              <a:t>#include</a:t>
            </a:r>
            <a:r>
              <a:rPr lang="en-US" b="0" dirty="0">
                <a:solidFill>
                  <a:srgbClr val="0F4A85"/>
                </a:solidFill>
                <a:effectLst/>
                <a:latin typeface="Consolas" panose="020B0609020204030204" pitchFamily="49" charset="0"/>
              </a:rPr>
              <a:t> &lt;</a:t>
            </a:r>
            <a:r>
              <a:rPr lang="en-US" b="0" dirty="0" err="1">
                <a:solidFill>
                  <a:srgbClr val="0F4A85"/>
                </a:solidFill>
                <a:effectLst/>
                <a:latin typeface="Consolas" panose="020B0609020204030204" pitchFamily="49" charset="0"/>
              </a:rPr>
              <a:t>stdint.h</a:t>
            </a:r>
            <a:r>
              <a:rPr lang="en-US" b="0" dirty="0">
                <a:solidFill>
                  <a:srgbClr val="0F4A85"/>
                </a:solidFill>
                <a:effectLst/>
                <a:latin typeface="Consolas" panose="020B0609020204030204" pitchFamily="49" charset="0"/>
              </a:rPr>
              <a:t>&gt;</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0F4A85"/>
                </a:solidFill>
                <a:effectLst/>
                <a:latin typeface="Consolas" panose="020B0609020204030204" pitchFamily="49" charset="0"/>
              </a:rPr>
              <a:t>int</a:t>
            </a:r>
            <a:r>
              <a:rPr lang="en-US" b="0" dirty="0">
                <a:solidFill>
                  <a:srgbClr val="292929"/>
                </a:solidFill>
                <a:effectLst/>
                <a:latin typeface="Consolas" panose="020B0609020204030204" pitchFamily="49" charset="0"/>
              </a:rPr>
              <a:t> </a:t>
            </a:r>
            <a:r>
              <a:rPr lang="en-US" b="0" dirty="0">
                <a:solidFill>
                  <a:srgbClr val="5E2CBC"/>
                </a:solidFill>
                <a:effectLst/>
                <a:latin typeface="Consolas" panose="020B0609020204030204" pitchFamily="49" charset="0"/>
              </a:rPr>
              <a:t>main</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err="1">
                <a:solidFill>
                  <a:srgbClr val="185E73"/>
                </a:solidFill>
                <a:effectLst/>
                <a:latin typeface="Consolas" panose="020B0609020204030204" pitchFamily="49" charset="0"/>
              </a:rPr>
              <a:t>time_t</a:t>
            </a:r>
            <a:r>
              <a:rPr lang="en-US" b="0" dirty="0">
                <a:solidFill>
                  <a:srgbClr val="292929"/>
                </a:solidFill>
                <a:effectLst/>
                <a:latin typeface="Consolas" panose="020B0609020204030204" pitchFamily="49" charset="0"/>
              </a:rPr>
              <a:t> </a:t>
            </a:r>
            <a:r>
              <a:rPr lang="en-US" b="0" dirty="0">
                <a:solidFill>
                  <a:srgbClr val="001080"/>
                </a:solidFill>
                <a:effectLst/>
                <a:latin typeface="Consolas" panose="020B0609020204030204" pitchFamily="49" charset="0"/>
              </a:rPr>
              <a:t>result</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a:solidFill>
                  <a:srgbClr val="5E2CBC"/>
                </a:solidFill>
                <a:effectLst/>
                <a:latin typeface="Consolas" panose="020B0609020204030204" pitchFamily="49" charset="0"/>
              </a:rPr>
              <a:t>time</a:t>
            </a:r>
            <a:r>
              <a:rPr lang="en-US" b="0" dirty="0">
                <a:solidFill>
                  <a:srgbClr val="292929"/>
                </a:solidFill>
                <a:effectLst/>
                <a:latin typeface="Consolas" panose="020B0609020204030204" pitchFamily="49" charset="0"/>
              </a:rPr>
              <a:t>(</a:t>
            </a:r>
            <a:r>
              <a:rPr lang="en-US" b="0" dirty="0">
                <a:solidFill>
                  <a:srgbClr val="0F4A85"/>
                </a:solidFill>
                <a:effectLst/>
                <a:latin typeface="Consolas" panose="020B0609020204030204" pitchFamily="49" charset="0"/>
              </a:rPr>
              <a:t>NULL</a:t>
            </a:r>
            <a:r>
              <a:rPr lang="en-US" b="0" dirty="0">
                <a:solidFill>
                  <a:srgbClr val="292929"/>
                </a:solidFill>
                <a:effectLst/>
                <a:latin typeface="Consolas" panose="020B0609020204030204" pitchFamily="49" charset="0"/>
              </a:rPr>
              <a:t>);</a:t>
            </a:r>
            <a:r>
              <a:rPr lang="en-US" b="0" dirty="0">
                <a:solidFill>
                  <a:srgbClr val="515151"/>
                </a:solidFill>
                <a:effectLst/>
                <a:latin typeface="Consolas" panose="020B0609020204030204" pitchFamily="49" charset="0"/>
              </a:rPr>
              <a:t> // what time is it right now</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0F4A85"/>
                </a:solidFill>
                <a:effectLst/>
                <a:latin typeface="Consolas" panose="020B0609020204030204" pitchFamily="49" charset="0"/>
              </a:rPr>
              <a:t>struct</a:t>
            </a:r>
            <a:r>
              <a:rPr lang="en-US" b="0" dirty="0">
                <a:solidFill>
                  <a:srgbClr val="292929"/>
                </a:solidFill>
                <a:effectLst/>
                <a:latin typeface="Consolas" panose="020B0609020204030204" pitchFamily="49" charset="0"/>
              </a:rPr>
              <a:t> </a:t>
            </a:r>
            <a:r>
              <a:rPr lang="en-US" b="0" dirty="0">
                <a:solidFill>
                  <a:srgbClr val="185E73"/>
                </a:solidFill>
                <a:effectLst/>
                <a:latin typeface="Consolas" panose="020B0609020204030204" pitchFamily="49" charset="0"/>
              </a:rPr>
              <a:t>tm</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timeInfo</a:t>
            </a:r>
            <a:r>
              <a:rPr lang="en-US" b="0" dirty="0">
                <a:solidFill>
                  <a:srgbClr val="292929"/>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err="1">
                <a:solidFill>
                  <a:srgbClr val="5E2CBC"/>
                </a:solidFill>
                <a:effectLst/>
                <a:latin typeface="Consolas" panose="020B0609020204030204" pitchFamily="49" charset="0"/>
              </a:rPr>
              <a:t>gmtime</a:t>
            </a:r>
            <a:r>
              <a:rPr lang="en-US" b="0" dirty="0">
                <a:solidFill>
                  <a:srgbClr val="292929"/>
                </a:solidFill>
                <a:effectLst/>
                <a:latin typeface="Consolas" panose="020B0609020204030204" pitchFamily="49" charset="0"/>
              </a:rPr>
              <a:t>(</a:t>
            </a:r>
            <a:r>
              <a:rPr lang="en-US" b="0" dirty="0">
                <a:solidFill>
                  <a:srgbClr val="000000"/>
                </a:solidFill>
                <a:effectLst/>
                <a:latin typeface="Consolas" panose="020B0609020204030204" pitchFamily="49" charset="0"/>
              </a:rPr>
              <a:t>&amp;</a:t>
            </a:r>
            <a:r>
              <a:rPr lang="en-US" b="0" dirty="0">
                <a:solidFill>
                  <a:srgbClr val="001080"/>
                </a:solidFill>
                <a:effectLst/>
                <a:latin typeface="Consolas" panose="020B0609020204030204" pitchFamily="49" charset="0"/>
              </a:rPr>
              <a:t>result</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err="1">
                <a:solidFill>
                  <a:srgbClr val="5E2CBC"/>
                </a:solidFill>
                <a:effectLst/>
                <a:latin typeface="Consolas" panose="020B0609020204030204" pitchFamily="49" charset="0"/>
              </a:rPr>
              <a:t>printf</a:t>
            </a:r>
            <a:r>
              <a:rPr lang="en-US" b="0" dirty="0">
                <a:solidFill>
                  <a:srgbClr val="292929"/>
                </a:solidFill>
                <a:effectLst/>
                <a:latin typeface="Consolas" panose="020B0609020204030204" pitchFamily="49" charset="0"/>
              </a:rPr>
              <a:t>(</a:t>
            </a:r>
            <a:r>
              <a:rPr lang="en-US" b="0" dirty="0">
                <a:solidFill>
                  <a:srgbClr val="0F4A85"/>
                </a:solidFill>
                <a:effectLst/>
                <a:latin typeface="Consolas" panose="020B0609020204030204" pitchFamily="49" charset="0"/>
              </a:rPr>
              <a:t>"The current time is </a:t>
            </a:r>
            <a:r>
              <a:rPr lang="en-US" b="0" dirty="0">
                <a:solidFill>
                  <a:srgbClr val="001080"/>
                </a:solidFill>
                <a:effectLst/>
                <a:latin typeface="Consolas" panose="020B0609020204030204" pitchFamily="49" charset="0"/>
              </a:rPr>
              <a:t>%s</a:t>
            </a:r>
            <a:r>
              <a:rPr lang="en-US" b="0" dirty="0">
                <a:solidFill>
                  <a:srgbClr val="0F4A85"/>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err="1">
                <a:solidFill>
                  <a:srgbClr val="5E2CBC"/>
                </a:solidFill>
                <a:effectLst/>
                <a:latin typeface="Consolas" panose="020B0609020204030204" pitchFamily="49" charset="0"/>
              </a:rPr>
              <a:t>ctime</a:t>
            </a:r>
            <a:r>
              <a:rPr lang="en-US" b="0" dirty="0">
                <a:solidFill>
                  <a:srgbClr val="292929"/>
                </a:solidFill>
                <a:effectLst/>
                <a:latin typeface="Consolas" panose="020B0609020204030204" pitchFamily="49" charset="0"/>
              </a:rPr>
              <a:t>(</a:t>
            </a:r>
            <a:r>
              <a:rPr lang="en-US" b="0" dirty="0">
                <a:solidFill>
                  <a:srgbClr val="000000"/>
                </a:solidFill>
                <a:effectLst/>
                <a:latin typeface="Consolas" panose="020B0609020204030204" pitchFamily="49" charset="0"/>
              </a:rPr>
              <a:t>&amp;</a:t>
            </a:r>
            <a:r>
              <a:rPr lang="en-US" b="0" dirty="0">
                <a:solidFill>
                  <a:srgbClr val="001080"/>
                </a:solidFill>
                <a:effectLst/>
                <a:latin typeface="Consolas" panose="020B0609020204030204" pitchFamily="49" charset="0"/>
              </a:rPr>
              <a:t>result</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515151"/>
                </a:solidFill>
                <a:effectLst/>
                <a:latin typeface="Consolas" panose="020B0609020204030204" pitchFamily="49" charset="0"/>
              </a:rPr>
              <a:t>// </a:t>
            </a:r>
            <a:r>
              <a:rPr lang="en-US" b="0" dirty="0" err="1">
                <a:solidFill>
                  <a:srgbClr val="515151"/>
                </a:solidFill>
                <a:effectLst/>
                <a:latin typeface="Consolas" panose="020B0609020204030204" pitchFamily="49" charset="0"/>
              </a:rPr>
              <a:t>printf</a:t>
            </a:r>
            <a:r>
              <a:rPr lang="en-US" b="0" dirty="0">
                <a:solidFill>
                  <a:srgbClr val="515151"/>
                </a:solidFill>
                <a:effectLst/>
                <a:latin typeface="Consolas" panose="020B0609020204030204" pitchFamily="49" charset="0"/>
              </a:rPr>
              <a:t>("The current time is %s", </a:t>
            </a:r>
            <a:r>
              <a:rPr lang="en-US" b="0" dirty="0" err="1">
                <a:solidFill>
                  <a:srgbClr val="515151"/>
                </a:solidFill>
                <a:effectLst/>
                <a:latin typeface="Consolas" panose="020B0609020204030204" pitchFamily="49" charset="0"/>
              </a:rPr>
              <a:t>asctime</a:t>
            </a:r>
            <a:r>
              <a:rPr lang="en-US" b="0" dirty="0">
                <a:solidFill>
                  <a:srgbClr val="515151"/>
                </a:solidFill>
                <a:effectLst/>
                <a:latin typeface="Consolas" panose="020B0609020204030204" pitchFamily="49" charset="0"/>
              </a:rPr>
              <a:t>(</a:t>
            </a:r>
            <a:r>
              <a:rPr lang="en-US" b="0" dirty="0" err="1">
                <a:solidFill>
                  <a:srgbClr val="515151"/>
                </a:solidFill>
                <a:effectLst/>
                <a:latin typeface="Consolas" panose="020B0609020204030204" pitchFamily="49" charset="0"/>
              </a:rPr>
              <a:t>timeInfo</a:t>
            </a:r>
            <a:r>
              <a:rPr lang="en-US" b="0" dirty="0">
                <a:solidFill>
                  <a:srgbClr val="515151"/>
                </a:solidFill>
                <a:effectLst/>
                <a:latin typeface="Consolas" panose="020B0609020204030204" pitchFamily="49" charset="0"/>
              </a:rPr>
              <a:t>));</a:t>
            </a:r>
            <a:endParaRPr lang="en-US" b="0" dirty="0">
              <a:solidFill>
                <a:srgbClr val="292929"/>
              </a:solidFill>
              <a:effectLst/>
              <a:latin typeface="Consolas" panose="020B0609020204030204" pitchFamily="49" charset="0"/>
            </a:endParaRP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err="1">
                <a:solidFill>
                  <a:srgbClr val="5E2CBC"/>
                </a:solidFill>
                <a:effectLst/>
                <a:latin typeface="Consolas" panose="020B0609020204030204" pitchFamily="49" charset="0"/>
              </a:rPr>
              <a:t>printf</a:t>
            </a:r>
            <a:r>
              <a:rPr lang="en-US" b="0" dirty="0">
                <a:solidFill>
                  <a:srgbClr val="292929"/>
                </a:solidFill>
                <a:effectLst/>
                <a:latin typeface="Consolas" panose="020B0609020204030204" pitchFamily="49" charset="0"/>
              </a:rPr>
              <a:t>(</a:t>
            </a:r>
            <a:r>
              <a:rPr lang="en-US" b="0" dirty="0">
                <a:solidFill>
                  <a:srgbClr val="0F4A85"/>
                </a:solidFill>
                <a:effectLst/>
                <a:latin typeface="Consolas" panose="020B0609020204030204" pitchFamily="49" charset="0"/>
              </a:rPr>
              <a:t>"(</a:t>
            </a:r>
            <a:r>
              <a:rPr lang="en-US" b="0" dirty="0">
                <a:solidFill>
                  <a:srgbClr val="001080"/>
                </a:solidFill>
                <a:effectLst/>
                <a:latin typeface="Consolas" panose="020B0609020204030204" pitchFamily="49" charset="0"/>
              </a:rPr>
              <a:t>%</a:t>
            </a:r>
            <a:r>
              <a:rPr lang="en-US" b="0" dirty="0" err="1">
                <a:solidFill>
                  <a:srgbClr val="001080"/>
                </a:solidFill>
                <a:effectLst/>
                <a:latin typeface="Consolas" panose="020B0609020204030204" pitchFamily="49" charset="0"/>
              </a:rPr>
              <a:t>jd</a:t>
            </a:r>
            <a:r>
              <a:rPr lang="en-US" b="0" dirty="0">
                <a:solidFill>
                  <a:srgbClr val="0F4A85"/>
                </a:solidFill>
                <a:effectLst/>
                <a:latin typeface="Consolas" panose="020B0609020204030204" pitchFamily="49" charset="0"/>
              </a:rPr>
              <a:t> seconds since the Epoch)</a:t>
            </a:r>
            <a:r>
              <a:rPr lang="en-US" b="0" dirty="0">
                <a:solidFill>
                  <a:srgbClr val="EE0000"/>
                </a:solidFill>
                <a:effectLst/>
                <a:latin typeface="Consolas" panose="020B0609020204030204" pitchFamily="49" charset="0"/>
              </a:rPr>
              <a:t>\n</a:t>
            </a:r>
            <a:r>
              <a:rPr lang="en-US" b="0" dirty="0">
                <a:solidFill>
                  <a:srgbClr val="0F4A85"/>
                </a:solidFill>
                <a:effectLst/>
                <a:latin typeface="Consolas" panose="020B0609020204030204" pitchFamily="49" charset="0"/>
              </a:rPr>
              <a:t>"</a:t>
            </a:r>
            <a:r>
              <a:rPr lang="en-US" b="0" dirty="0">
                <a:solidFill>
                  <a:srgbClr val="292929"/>
                </a:solidFill>
                <a:effectLst/>
                <a:latin typeface="Consolas" panose="020B0609020204030204" pitchFamily="49" charset="0"/>
              </a:rPr>
              <a:t>, (</a:t>
            </a:r>
            <a:r>
              <a:rPr lang="en-US" b="0" dirty="0" err="1">
                <a:solidFill>
                  <a:srgbClr val="185E73"/>
                </a:solidFill>
                <a:effectLst/>
                <a:latin typeface="Consolas" panose="020B0609020204030204" pitchFamily="49" charset="0"/>
              </a:rPr>
              <a:t>intmax_t</a:t>
            </a:r>
            <a:r>
              <a:rPr lang="en-US" b="0" dirty="0">
                <a:solidFill>
                  <a:srgbClr val="292929"/>
                </a:solidFill>
                <a:effectLst/>
                <a:latin typeface="Consolas" panose="020B0609020204030204" pitchFamily="49" charset="0"/>
              </a:rPr>
              <a:t>)</a:t>
            </a:r>
            <a:r>
              <a:rPr lang="en-US" b="0" dirty="0">
                <a:solidFill>
                  <a:srgbClr val="001080"/>
                </a:solidFill>
                <a:effectLst/>
                <a:latin typeface="Consolas" panose="020B0609020204030204" pitchFamily="49" charset="0"/>
              </a:rPr>
              <a:t>result</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    </a:t>
            </a:r>
            <a:r>
              <a:rPr lang="en-US" b="0" dirty="0">
                <a:solidFill>
                  <a:srgbClr val="B5200D"/>
                </a:solidFill>
                <a:effectLst/>
                <a:latin typeface="Consolas" panose="020B0609020204030204" pitchFamily="49" charset="0"/>
              </a:rPr>
              <a:t>return</a:t>
            </a:r>
            <a:r>
              <a:rPr lang="en-US" b="0" dirty="0">
                <a:solidFill>
                  <a:srgbClr val="292929"/>
                </a:solidFill>
                <a:effectLst/>
                <a:latin typeface="Consolas" panose="020B0609020204030204" pitchFamily="49" charset="0"/>
              </a:rPr>
              <a:t> </a:t>
            </a:r>
            <a:r>
              <a:rPr lang="en-US" b="0" dirty="0">
                <a:solidFill>
                  <a:srgbClr val="096D48"/>
                </a:solidFill>
                <a:effectLst/>
                <a:latin typeface="Consolas" panose="020B0609020204030204" pitchFamily="49" charset="0"/>
              </a:rPr>
              <a:t>0</a:t>
            </a:r>
            <a:r>
              <a:rPr lang="en-US" b="0" dirty="0">
                <a:solidFill>
                  <a:srgbClr val="292929"/>
                </a:solidFill>
                <a:effectLst/>
                <a:latin typeface="Consolas" panose="020B0609020204030204" pitchFamily="49" charset="0"/>
              </a:rPr>
              <a:t>;</a:t>
            </a:r>
          </a:p>
          <a:p>
            <a:pPr marL="228600" indent="-228600">
              <a:buFont typeface="+mj-lt"/>
              <a:buAutoNum type="arabicPeriod"/>
            </a:pPr>
            <a:r>
              <a:rPr lang="en-US" b="0" dirty="0">
                <a:solidFill>
                  <a:srgbClr val="292929"/>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B43371C6-C051-78F4-B029-D2C3582D372E}"/>
              </a:ext>
            </a:extLst>
          </p:cNvPr>
          <p:cNvSpPr txBox="1"/>
          <p:nvPr/>
        </p:nvSpPr>
        <p:spPr>
          <a:xfrm>
            <a:off x="587374" y="4816186"/>
            <a:ext cx="5356226" cy="954107"/>
          </a:xfrm>
          <a:prstGeom prst="rect">
            <a:avLst/>
          </a:prstGeom>
          <a:noFill/>
        </p:spPr>
        <p:txBody>
          <a:bodyPr wrap="square">
            <a:spAutoFit/>
          </a:bodyPr>
          <a:lstStyle/>
          <a:p>
            <a:r>
              <a:rPr lang="en-US" sz="1400" b="0" dirty="0">
                <a:solidFill>
                  <a:srgbClr val="292929"/>
                </a:solidFill>
                <a:effectLst/>
                <a:latin typeface="Consolas" panose="020B0609020204030204" pitchFamily="49" charset="0"/>
              </a:rPr>
              <a:t>File: </a:t>
            </a:r>
            <a:r>
              <a:rPr lang="en-US" sz="1400" b="0" dirty="0" err="1">
                <a:solidFill>
                  <a:srgbClr val="292929"/>
                </a:solidFill>
                <a:effectLst/>
                <a:latin typeface="Consolas" panose="020B0609020204030204" pitchFamily="49" charset="0"/>
              </a:rPr>
              <a:t>hello_time.c</a:t>
            </a:r>
            <a:endParaRPr lang="en-US" sz="1400" b="0" dirty="0">
              <a:solidFill>
                <a:srgbClr val="292929"/>
              </a:solidFill>
              <a:effectLst/>
              <a:latin typeface="Consolas" panose="020B0609020204030204" pitchFamily="49" charset="0"/>
            </a:endParaRPr>
          </a:p>
          <a:p>
            <a:r>
              <a:rPr lang="en-US" sz="1400" dirty="0" err="1">
                <a:solidFill>
                  <a:srgbClr val="292929"/>
                </a:solidFill>
                <a:latin typeface="Consolas" panose="020B0609020204030204" pitchFamily="49" charset="0"/>
              </a:rPr>
              <a:t>gcc</a:t>
            </a:r>
            <a:r>
              <a:rPr lang="en-US" sz="1400" dirty="0">
                <a:solidFill>
                  <a:srgbClr val="292929"/>
                </a:solidFill>
                <a:latin typeface="Consolas" panose="020B0609020204030204" pitchFamily="49" charset="0"/>
              </a:rPr>
              <a:t> </a:t>
            </a:r>
            <a:r>
              <a:rPr lang="en-US" sz="1400" dirty="0" err="1">
                <a:solidFill>
                  <a:srgbClr val="292929"/>
                </a:solidFill>
                <a:latin typeface="Consolas" panose="020B0609020204030204" pitchFamily="49" charset="0"/>
              </a:rPr>
              <a:t>hello_time.c</a:t>
            </a:r>
            <a:r>
              <a:rPr lang="en-US" sz="1400" dirty="0">
                <a:solidFill>
                  <a:srgbClr val="292929"/>
                </a:solidFill>
                <a:latin typeface="Consolas" panose="020B0609020204030204" pitchFamily="49" charset="0"/>
              </a:rPr>
              <a:t> ; ./a.exe</a:t>
            </a:r>
          </a:p>
          <a:p>
            <a:r>
              <a:rPr lang="en-US" sz="1400" b="0" dirty="0">
                <a:solidFill>
                  <a:srgbClr val="292929"/>
                </a:solidFill>
                <a:effectLst/>
                <a:latin typeface="Consolas" panose="020B0609020204030204" pitchFamily="49" charset="0"/>
              </a:rPr>
              <a:t>&gt; The current time is Fri Oct 20 13:24:26 2023</a:t>
            </a:r>
          </a:p>
          <a:p>
            <a:r>
              <a:rPr lang="en-US" sz="1400" b="0" dirty="0">
                <a:solidFill>
                  <a:srgbClr val="292929"/>
                </a:solidFill>
                <a:effectLst/>
                <a:latin typeface="Consolas" panose="020B0609020204030204" pitchFamily="49" charset="0"/>
              </a:rPr>
              <a:t>&gt; (1697801066 seconds since the Epoch)</a:t>
            </a:r>
          </a:p>
        </p:txBody>
      </p:sp>
      <p:sp>
        <p:nvSpPr>
          <p:cNvPr id="12" name="TextBox 11">
            <a:extLst>
              <a:ext uri="{FF2B5EF4-FFF2-40B4-BE49-F238E27FC236}">
                <a16:creationId xmlns:a16="http://schemas.microsoft.com/office/drawing/2014/main" id="{5CB24C3C-C22E-92BA-F2E3-845519FAE4C4}"/>
              </a:ext>
            </a:extLst>
          </p:cNvPr>
          <p:cNvSpPr txBox="1"/>
          <p:nvPr/>
        </p:nvSpPr>
        <p:spPr>
          <a:xfrm>
            <a:off x="2326943" y="1210817"/>
            <a:ext cx="6100548" cy="369332"/>
          </a:xfrm>
          <a:prstGeom prst="rect">
            <a:avLst/>
          </a:prstGeom>
          <a:noFill/>
        </p:spPr>
        <p:txBody>
          <a:bodyPr wrap="square">
            <a:spAutoFit/>
          </a:bodyPr>
          <a:lstStyle/>
          <a:p>
            <a:r>
              <a:rPr lang="da-DK" dirty="0"/>
              <a:t>ITS… </a:t>
            </a:r>
            <a:r>
              <a:rPr lang="da-DK" dirty="0" err="1"/>
              <a:t>something</a:t>
            </a:r>
            <a:r>
              <a:rPr lang="da-DK" dirty="0"/>
              <a:t> </a:t>
            </a:r>
            <a:r>
              <a:rPr lang="da-DK" dirty="0" err="1"/>
              <a:t>we</a:t>
            </a:r>
            <a:r>
              <a:rPr lang="da-DK" dirty="0"/>
              <a:t> </a:t>
            </a:r>
            <a:r>
              <a:rPr lang="da-DK" dirty="0" err="1"/>
              <a:t>can</a:t>
            </a:r>
            <a:r>
              <a:rPr lang="da-DK" dirty="0"/>
              <a:t> find out </a:t>
            </a:r>
            <a:r>
              <a:rPr lang="da-DK" dirty="0" err="1"/>
              <a:t>using</a:t>
            </a:r>
            <a:r>
              <a:rPr lang="da-DK" dirty="0"/>
              <a:t> C</a:t>
            </a:r>
            <a:endParaRPr lang="LID4096" dirty="0"/>
          </a:p>
        </p:txBody>
      </p:sp>
    </p:spTree>
    <p:extLst>
      <p:ext uri="{BB962C8B-B14F-4D97-AF65-F5344CB8AC3E}">
        <p14:creationId xmlns:p14="http://schemas.microsoft.com/office/powerpoint/2010/main" val="178039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E2D84FF1-8CC0-4A52-AED3-9B6CBDED1B14}"/>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15</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B2956BCE-871C-4554-B8B1-952D70E7A7C4}"/>
              </a:ext>
            </a:extLst>
          </p:cNvPr>
          <p:cNvSpPr>
            <a:spLocks noGrp="1"/>
          </p:cNvSpPr>
          <p:nvPr>
            <p:ph type="title"/>
          </p:nvPr>
        </p:nvSpPr>
        <p:spPr>
          <a:xfrm>
            <a:off x="587374" y="370290"/>
            <a:ext cx="10872661" cy="1474385"/>
          </a:xfrm>
        </p:spPr>
        <p:txBody>
          <a:bodyPr/>
          <a:lstStyle/>
          <a:p>
            <a:r>
              <a:rPr lang="da-DK" dirty="0" err="1">
                <a:latin typeface="Consolas" panose="020B0609020204030204" pitchFamily="49" charset="0"/>
              </a:rPr>
              <a:t>Struct</a:t>
            </a:r>
            <a:r>
              <a:rPr lang="da-DK" dirty="0">
                <a:latin typeface="Consolas" panose="020B0609020204030204" pitchFamily="49" charset="0"/>
              </a:rPr>
              <a:t> eksempel: #</a:t>
            </a:r>
            <a:r>
              <a:rPr lang="da-DK" dirty="0" err="1">
                <a:latin typeface="Consolas" panose="020B0609020204030204" pitchFamily="49" charset="0"/>
              </a:rPr>
              <a:t>include</a:t>
            </a:r>
            <a:r>
              <a:rPr lang="da-DK" dirty="0">
                <a:latin typeface="Consolas" panose="020B0609020204030204" pitchFamily="49" charset="0"/>
              </a:rPr>
              <a:t> &lt;</a:t>
            </a:r>
            <a:r>
              <a:rPr lang="da-DK" dirty="0" err="1">
                <a:latin typeface="Consolas" panose="020B0609020204030204" pitchFamily="49" charset="0"/>
              </a:rPr>
              <a:t>time.h</a:t>
            </a:r>
            <a:r>
              <a:rPr lang="da-DK" dirty="0">
                <a:latin typeface="Consolas" panose="020B0609020204030204" pitchFamily="49" charset="0"/>
              </a:rPr>
              <a:t>&gt;</a:t>
            </a:r>
            <a:br>
              <a:rPr lang="da-DK" dirty="0">
                <a:latin typeface="Consolas" panose="020B0609020204030204" pitchFamily="49" charset="0"/>
              </a:rPr>
            </a:br>
            <a:r>
              <a:rPr lang="da-DK" dirty="0">
                <a:latin typeface="Consolas" panose="020B0609020204030204" pitchFamily="49" charset="0"/>
              </a:rPr>
              <a:t>timer</a:t>
            </a:r>
          </a:p>
        </p:txBody>
      </p:sp>
      <p:sp>
        <p:nvSpPr>
          <p:cNvPr id="4" name="Pladsholder til tekst 3">
            <a:extLst>
              <a:ext uri="{FF2B5EF4-FFF2-40B4-BE49-F238E27FC236}">
                <a16:creationId xmlns:a16="http://schemas.microsoft.com/office/drawing/2014/main" id="{272C49A0-5575-4D72-9536-A605014C6D02}"/>
              </a:ext>
            </a:extLst>
          </p:cNvPr>
          <p:cNvSpPr>
            <a:spLocks noGrp="1"/>
          </p:cNvSpPr>
          <p:nvPr>
            <p:ph type="body" sz="quarter" idx="12"/>
          </p:nvPr>
        </p:nvSpPr>
        <p:spPr>
          <a:xfrm>
            <a:off x="587373" y="2065336"/>
            <a:ext cx="10752513" cy="4118647"/>
          </a:xfrm>
        </p:spPr>
        <p:txBody>
          <a:bodyPr>
            <a:normAutofit/>
          </a:bodyPr>
          <a:lstStyle/>
          <a:p>
            <a:endParaRPr lang="da-DK" dirty="0">
              <a:latin typeface="Consolas" panose="020B0609020204030204" pitchFamily="49" charset="0"/>
            </a:endParaRPr>
          </a:p>
        </p:txBody>
      </p:sp>
      <p:pic>
        <p:nvPicPr>
          <p:cNvPr id="6" name="Billede 5">
            <a:extLst>
              <a:ext uri="{FF2B5EF4-FFF2-40B4-BE49-F238E27FC236}">
                <a16:creationId xmlns:a16="http://schemas.microsoft.com/office/drawing/2014/main" id="{898B9262-EAA8-467C-9C72-FB1F027D2646}"/>
              </a:ext>
            </a:extLst>
          </p:cNvPr>
          <p:cNvPicPr>
            <a:picLocks noChangeAspect="1"/>
          </p:cNvPicPr>
          <p:nvPr/>
        </p:nvPicPr>
        <p:blipFill>
          <a:blip r:embed="rId2"/>
          <a:stretch>
            <a:fillRect/>
          </a:stretch>
        </p:blipFill>
        <p:spPr>
          <a:xfrm>
            <a:off x="2644140" y="2606599"/>
            <a:ext cx="6624851" cy="2684771"/>
          </a:xfrm>
          <a:prstGeom prst="rect">
            <a:avLst/>
          </a:prstGeom>
        </p:spPr>
      </p:pic>
    </p:spTree>
    <p:extLst>
      <p:ext uri="{BB962C8B-B14F-4D97-AF65-F5344CB8AC3E}">
        <p14:creationId xmlns:p14="http://schemas.microsoft.com/office/powerpoint/2010/main" val="532016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7CACB8B9-BC7F-481C-BBFD-5C398FF52406}"/>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16</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56DC0C70-0072-450D-982C-BE2F28A86874}"/>
              </a:ext>
            </a:extLst>
          </p:cNvPr>
          <p:cNvSpPr>
            <a:spLocks noGrp="1"/>
          </p:cNvSpPr>
          <p:nvPr>
            <p:ph type="title"/>
          </p:nvPr>
        </p:nvSpPr>
        <p:spPr>
          <a:xfrm>
            <a:off x="587374" y="370290"/>
            <a:ext cx="8430791" cy="1474385"/>
          </a:xfrm>
        </p:spPr>
        <p:txBody>
          <a:bodyPr/>
          <a:lstStyle/>
          <a:p>
            <a:r>
              <a:rPr lang="da-DK" dirty="0">
                <a:latin typeface="Consolas" panose="020B0609020204030204" pitchFamily="49" charset="0"/>
              </a:rPr>
              <a:t>Størrelsen af en </a:t>
            </a:r>
            <a:r>
              <a:rPr lang="da-DK" dirty="0" err="1">
                <a:latin typeface="Consolas" panose="020B0609020204030204" pitchFamily="49" charset="0"/>
              </a:rPr>
              <a:t>struct</a:t>
            </a:r>
            <a:endParaRPr lang="da-DK" dirty="0">
              <a:latin typeface="Consolas" panose="020B0609020204030204" pitchFamily="49" charset="0"/>
            </a:endParaRPr>
          </a:p>
        </p:txBody>
      </p:sp>
      <p:sp>
        <p:nvSpPr>
          <p:cNvPr id="4" name="Pladsholder til tekst 3">
            <a:extLst>
              <a:ext uri="{FF2B5EF4-FFF2-40B4-BE49-F238E27FC236}">
                <a16:creationId xmlns:a16="http://schemas.microsoft.com/office/drawing/2014/main" id="{31ADA4EA-5BC3-4E5E-887F-C8E29C085CD1}"/>
              </a:ext>
            </a:extLst>
          </p:cNvPr>
          <p:cNvSpPr>
            <a:spLocks noGrp="1"/>
          </p:cNvSpPr>
          <p:nvPr>
            <p:ph type="body" sz="quarter" idx="12"/>
          </p:nvPr>
        </p:nvSpPr>
        <p:spPr>
          <a:xfrm>
            <a:off x="587375" y="2065337"/>
            <a:ext cx="6652324" cy="3704284"/>
          </a:xfrm>
        </p:spPr>
        <p:txBody>
          <a:bodyPr>
            <a:normAutofit fontScale="92500" lnSpcReduction="20000"/>
          </a:bodyPr>
          <a:lstStyle/>
          <a:p>
            <a:pPr marL="0" indent="0">
              <a:buNone/>
            </a:pPr>
            <a:r>
              <a:rPr lang="da-DK" sz="2000" b="1" dirty="0">
                <a:latin typeface="Consolas" panose="020B0609020204030204" pitchFamily="49" charset="0"/>
              </a:rPr>
              <a:t>Spørgsmål</a:t>
            </a:r>
            <a:r>
              <a:rPr lang="da-DK" sz="2000" dirty="0">
                <a:latin typeface="Consolas" panose="020B0609020204030204" pitchFamily="49" charset="0"/>
              </a:rPr>
              <a:t>:</a:t>
            </a:r>
          </a:p>
          <a:p>
            <a:pPr marL="0" indent="0">
              <a:buNone/>
            </a:pPr>
            <a:r>
              <a:rPr lang="da-DK" sz="2000" dirty="0">
                <a:latin typeface="Consolas" panose="020B0609020204030204" pitchFamily="49" charset="0"/>
              </a:rPr>
              <a:t>Er størrelsen af en </a:t>
            </a:r>
            <a:r>
              <a:rPr lang="da-DK" sz="2000" dirty="0" err="1">
                <a:latin typeface="Consolas" panose="020B0609020204030204" pitchFamily="49" charset="0"/>
              </a:rPr>
              <a:t>struct</a:t>
            </a:r>
            <a:r>
              <a:rPr lang="da-DK" sz="2000" dirty="0">
                <a:latin typeface="Consolas" panose="020B0609020204030204" pitchFamily="49" charset="0"/>
              </a:rPr>
              <a:t> altid lig med størrelsen af de enkelte medlems-variabler?</a:t>
            </a:r>
          </a:p>
          <a:p>
            <a:pPr marL="0" indent="0">
              <a:buNone/>
            </a:pPr>
            <a:r>
              <a:rPr lang="da-DK" sz="2000" b="1" dirty="0">
                <a:latin typeface="Consolas" panose="020B0609020204030204" pitchFamily="49" charset="0"/>
              </a:rPr>
              <a:t>Svar</a:t>
            </a:r>
            <a:r>
              <a:rPr lang="da-DK" sz="2000" dirty="0">
                <a:latin typeface="Consolas" panose="020B0609020204030204" pitchFamily="49" charset="0"/>
              </a:rPr>
              <a:t>: </a:t>
            </a:r>
          </a:p>
          <a:p>
            <a:pPr marL="0" indent="0">
              <a:buNone/>
            </a:pPr>
            <a:r>
              <a:rPr lang="da-DK" sz="2000" u="sng" dirty="0">
                <a:latin typeface="Consolas" panose="020B0609020204030204" pitchFamily="49" charset="0"/>
              </a:rPr>
              <a:t>Nej</a:t>
            </a:r>
          </a:p>
          <a:p>
            <a:pPr marL="0" indent="0">
              <a:buNone/>
            </a:pPr>
            <a:r>
              <a:rPr lang="da-DK" sz="2000" dirty="0">
                <a:latin typeface="Consolas" panose="020B0609020204030204" pitchFamily="49" charset="0"/>
              </a:rPr>
              <a:t>”</a:t>
            </a:r>
            <a:r>
              <a:rPr lang="da-DK" sz="2000" dirty="0" err="1">
                <a:latin typeface="Consolas" panose="020B0609020204030204" pitchFamily="49" charset="0"/>
              </a:rPr>
              <a:t>padding</a:t>
            </a:r>
            <a:r>
              <a:rPr lang="da-DK" sz="2000" dirty="0">
                <a:latin typeface="Consolas" panose="020B0609020204030204" pitchFamily="49" charset="0"/>
              </a:rPr>
              <a:t>” er tilføjet af compileren for at undgå alignment problemer. </a:t>
            </a:r>
          </a:p>
          <a:p>
            <a:pPr marL="0" indent="0">
              <a:buNone/>
            </a:pPr>
            <a:r>
              <a:rPr lang="da-DK" sz="2000" dirty="0" err="1">
                <a:latin typeface="Consolas" panose="020B0609020204030204" pitchFamily="49" charset="0"/>
              </a:rPr>
              <a:t>Padding</a:t>
            </a:r>
            <a:r>
              <a:rPr lang="da-DK" sz="2000" dirty="0">
                <a:latin typeface="Consolas" panose="020B0609020204030204" pitchFamily="49" charset="0"/>
              </a:rPr>
              <a:t> tilføjes </a:t>
            </a:r>
            <a:r>
              <a:rPr lang="da-DK" sz="2000" u="sng" dirty="0">
                <a:latin typeface="Consolas" panose="020B0609020204030204" pitchFamily="49" charset="0"/>
              </a:rPr>
              <a:t>kun</a:t>
            </a:r>
            <a:r>
              <a:rPr lang="da-DK" sz="2000" dirty="0">
                <a:latin typeface="Consolas" panose="020B0609020204030204" pitchFamily="49" charset="0"/>
              </a:rPr>
              <a:t>, når et strukturelement efterfølges af et element med større størrelse eller i slutningen af strukturen.</a:t>
            </a:r>
            <a:endParaRPr lang="en-US" sz="2000" dirty="0">
              <a:latin typeface="Consolas" panose="020B0609020204030204" pitchFamily="49" charset="0"/>
            </a:endParaRPr>
          </a:p>
        </p:txBody>
      </p:sp>
      <p:pic>
        <p:nvPicPr>
          <p:cNvPr id="7" name="Billede 6">
            <a:extLst>
              <a:ext uri="{FF2B5EF4-FFF2-40B4-BE49-F238E27FC236}">
                <a16:creationId xmlns:a16="http://schemas.microsoft.com/office/drawing/2014/main" id="{8472BD38-B278-481B-8202-2303E0281681}"/>
              </a:ext>
            </a:extLst>
          </p:cNvPr>
          <p:cNvPicPr>
            <a:picLocks noChangeAspect="1"/>
          </p:cNvPicPr>
          <p:nvPr/>
        </p:nvPicPr>
        <p:blipFill>
          <a:blip r:embed="rId2"/>
          <a:stretch>
            <a:fillRect/>
          </a:stretch>
        </p:blipFill>
        <p:spPr>
          <a:xfrm>
            <a:off x="9633878" y="804576"/>
            <a:ext cx="2101797" cy="12044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kstfelt 8">
            <a:extLst>
              <a:ext uri="{FF2B5EF4-FFF2-40B4-BE49-F238E27FC236}">
                <a16:creationId xmlns:a16="http://schemas.microsoft.com/office/drawing/2014/main" id="{462E4503-B183-4744-A381-0FDC5A28015B}"/>
              </a:ext>
            </a:extLst>
          </p:cNvPr>
          <p:cNvSpPr txBox="1"/>
          <p:nvPr/>
        </p:nvSpPr>
        <p:spPr>
          <a:xfrm>
            <a:off x="7727745" y="2106447"/>
            <a:ext cx="2114026" cy="1323439"/>
          </a:xfrm>
          <a:prstGeom prst="rect">
            <a:avLst/>
          </a:prstGeom>
          <a:noFill/>
        </p:spPr>
        <p:txBody>
          <a:bodyPr wrap="square">
            <a:spAutoFit/>
          </a:bodyPr>
          <a:lstStyle/>
          <a:p>
            <a:r>
              <a:rPr lang="en-US" sz="2000" dirty="0" err="1">
                <a:latin typeface="Consolas" panose="020B0609020204030204" pitchFamily="49" charset="0"/>
              </a:rPr>
              <a:t>Addresse</a:t>
            </a:r>
            <a:r>
              <a:rPr lang="en-US" sz="2000" dirty="0">
                <a:latin typeface="Consolas" panose="020B0609020204030204" pitchFamily="49" charset="0"/>
              </a:rPr>
              <a:t>:</a:t>
            </a:r>
          </a:p>
          <a:p>
            <a:r>
              <a:rPr lang="en-US" sz="2000" dirty="0">
                <a:latin typeface="Consolas" panose="020B0609020204030204" pitchFamily="49" charset="0"/>
              </a:rPr>
              <a:t>0x3FFB1F78</a:t>
            </a:r>
          </a:p>
          <a:p>
            <a:r>
              <a:rPr lang="en-US" sz="2000" dirty="0">
                <a:latin typeface="Consolas" panose="020B0609020204030204" pitchFamily="49" charset="0"/>
              </a:rPr>
              <a:t>0x3FFB1F80</a:t>
            </a:r>
          </a:p>
          <a:p>
            <a:r>
              <a:rPr lang="en-US" sz="2000" dirty="0">
                <a:latin typeface="Consolas" panose="020B0609020204030204" pitchFamily="49" charset="0"/>
              </a:rPr>
              <a:t>0x3FFB1F88</a:t>
            </a:r>
          </a:p>
        </p:txBody>
      </p:sp>
      <p:pic>
        <p:nvPicPr>
          <p:cNvPr id="11" name="Billede 10">
            <a:extLst>
              <a:ext uri="{FF2B5EF4-FFF2-40B4-BE49-F238E27FC236}">
                <a16:creationId xmlns:a16="http://schemas.microsoft.com/office/drawing/2014/main" id="{ABF5A14D-94D9-49A7-8116-03837E1E53BB}"/>
              </a:ext>
            </a:extLst>
          </p:cNvPr>
          <p:cNvPicPr>
            <a:picLocks noChangeAspect="1"/>
          </p:cNvPicPr>
          <p:nvPr/>
        </p:nvPicPr>
        <p:blipFill>
          <a:blip r:embed="rId3"/>
          <a:stretch>
            <a:fillRect/>
          </a:stretch>
        </p:blipFill>
        <p:spPr>
          <a:xfrm>
            <a:off x="9387756" y="2195727"/>
            <a:ext cx="2594043" cy="1342417"/>
          </a:xfrm>
          <a:prstGeom prst="rect">
            <a:avLst/>
          </a:prstGeom>
        </p:spPr>
      </p:pic>
      <p:pic>
        <p:nvPicPr>
          <p:cNvPr id="6" name="Billede 5">
            <a:extLst>
              <a:ext uri="{FF2B5EF4-FFF2-40B4-BE49-F238E27FC236}">
                <a16:creationId xmlns:a16="http://schemas.microsoft.com/office/drawing/2014/main" id="{8E43997C-7152-46E3-B55D-4F2B9FF04A4E}"/>
              </a:ext>
            </a:extLst>
          </p:cNvPr>
          <p:cNvPicPr>
            <a:picLocks noChangeAspect="1"/>
          </p:cNvPicPr>
          <p:nvPr/>
        </p:nvPicPr>
        <p:blipFill>
          <a:blip r:embed="rId4"/>
          <a:stretch>
            <a:fillRect/>
          </a:stretch>
        </p:blipFill>
        <p:spPr>
          <a:xfrm>
            <a:off x="9429099" y="5788527"/>
            <a:ext cx="2552700" cy="952500"/>
          </a:xfrm>
          <a:prstGeom prst="rect">
            <a:avLst/>
          </a:prstGeom>
        </p:spPr>
      </p:pic>
      <p:pic>
        <p:nvPicPr>
          <p:cNvPr id="13" name="Billede 12">
            <a:extLst>
              <a:ext uri="{FF2B5EF4-FFF2-40B4-BE49-F238E27FC236}">
                <a16:creationId xmlns:a16="http://schemas.microsoft.com/office/drawing/2014/main" id="{0475700D-9FBA-4281-A0A5-925CA0D6549C}"/>
              </a:ext>
            </a:extLst>
          </p:cNvPr>
          <p:cNvPicPr>
            <a:picLocks noChangeAspect="1"/>
          </p:cNvPicPr>
          <p:nvPr/>
        </p:nvPicPr>
        <p:blipFill>
          <a:blip r:embed="rId5"/>
          <a:stretch>
            <a:fillRect/>
          </a:stretch>
        </p:blipFill>
        <p:spPr>
          <a:xfrm>
            <a:off x="9508438" y="4430079"/>
            <a:ext cx="2352675" cy="1447800"/>
          </a:xfrm>
          <a:prstGeom prst="rect">
            <a:avLst/>
          </a:prstGeom>
        </p:spPr>
      </p:pic>
      <p:sp>
        <p:nvSpPr>
          <p:cNvPr id="15" name="Tekstfelt 14">
            <a:extLst>
              <a:ext uri="{FF2B5EF4-FFF2-40B4-BE49-F238E27FC236}">
                <a16:creationId xmlns:a16="http://schemas.microsoft.com/office/drawing/2014/main" id="{58A448D4-25A5-4A37-8AAF-913D0A8832D0}"/>
              </a:ext>
            </a:extLst>
          </p:cNvPr>
          <p:cNvSpPr txBox="1"/>
          <p:nvPr/>
        </p:nvSpPr>
        <p:spPr>
          <a:xfrm>
            <a:off x="6470168" y="3508052"/>
            <a:ext cx="5568205" cy="307777"/>
          </a:xfrm>
          <a:prstGeom prst="rect">
            <a:avLst/>
          </a:prstGeom>
          <a:noFill/>
        </p:spPr>
        <p:txBody>
          <a:bodyPr wrap="square">
            <a:spAutoFit/>
          </a:bodyPr>
          <a:lstStyle/>
          <a:p>
            <a:r>
              <a:rPr lang="da-DK" sz="1400" dirty="0">
                <a:latin typeface="Consolas" panose="020B0609020204030204" pitchFamily="49" charset="0"/>
              </a:rPr>
              <a:t>omtanke i </a:t>
            </a:r>
            <a:r>
              <a:rPr lang="da-DK" sz="1400" dirty="0" err="1">
                <a:latin typeface="Consolas" panose="020B0609020204030204" pitchFamily="49" charset="0"/>
              </a:rPr>
              <a:t>initialiserings</a:t>
            </a:r>
            <a:r>
              <a:rPr lang="da-DK" sz="1400" dirty="0">
                <a:latin typeface="Consolas" panose="020B0609020204030204" pitchFamily="49" charset="0"/>
              </a:rPr>
              <a:t>-rækkefølgen kan spare plads.</a:t>
            </a:r>
            <a:endParaRPr lang="en-US" sz="1400" dirty="0">
              <a:latin typeface="Consolas" panose="020B0609020204030204" pitchFamily="49" charset="0"/>
            </a:endParaRPr>
          </a:p>
        </p:txBody>
      </p:sp>
    </p:spTree>
    <p:extLst>
      <p:ext uri="{BB962C8B-B14F-4D97-AF65-F5344CB8AC3E}">
        <p14:creationId xmlns:p14="http://schemas.microsoft.com/office/powerpoint/2010/main" val="4134463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17</a:t>
            </a:fld>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latin typeface="Consolas" panose="020B0609020204030204" pitchFamily="49" charset="0"/>
              </a:rPr>
              <a:t>L</a:t>
            </a:r>
            <a:r>
              <a:rPr lang="da-DK" dirty="0" err="1">
                <a:latin typeface="Consolas" panose="020B0609020204030204" pitchFamily="49" charset="0"/>
              </a:rPr>
              <a:t>æringsmål</a:t>
            </a:r>
            <a:r>
              <a:rPr lang="da-DK" dirty="0">
                <a:latin typeface="Consolas" panose="020B0609020204030204" pitchFamily="49" charset="0"/>
              </a:rPr>
              <a:t> </a:t>
            </a:r>
            <a:r>
              <a:rPr lang="da-DK" dirty="0" err="1">
                <a:latin typeface="Consolas" panose="020B0609020204030204" pitchFamily="49" charset="0"/>
              </a:rPr>
              <a:t>idag</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pPr marL="0" indent="0">
              <a:buNone/>
            </a:pPr>
            <a:r>
              <a:rPr lang="da-DK" b="1" u="sng" dirty="0">
                <a:latin typeface="Consolas" panose="020B0609020204030204" pitchFamily="49" charset="0"/>
              </a:rPr>
              <a:t>Viden om Avancerede datatyper i C</a:t>
            </a:r>
          </a:p>
          <a:p>
            <a:r>
              <a:rPr lang="da-DK" dirty="0" err="1">
                <a:latin typeface="Consolas" panose="020B0609020204030204" pitchFamily="49" charset="0"/>
              </a:rPr>
              <a:t>Structs</a:t>
            </a:r>
            <a:endParaRPr lang="da-DK" dirty="0">
              <a:latin typeface="Consolas" panose="020B0609020204030204" pitchFamily="49" charset="0"/>
            </a:endParaRPr>
          </a:p>
          <a:p>
            <a:r>
              <a:rPr lang="da-DK" b="1" dirty="0">
                <a:latin typeface="Consolas" panose="020B0609020204030204" pitchFamily="49" charset="0"/>
              </a:rPr>
              <a:t>Unions</a:t>
            </a:r>
          </a:p>
          <a:p>
            <a:r>
              <a:rPr lang="da-DK" dirty="0" err="1">
                <a:latin typeface="Consolas" panose="020B0609020204030204" pitchFamily="49" charset="0"/>
              </a:rPr>
              <a:t>Enumerate</a:t>
            </a:r>
            <a:endParaRPr lang="da-DK" dirty="0">
              <a:latin typeface="Consolas" panose="020B0609020204030204" pitchFamily="49" charset="0"/>
            </a:endParaRPr>
          </a:p>
          <a:p>
            <a:r>
              <a:rPr lang="da-DK" dirty="0" err="1">
                <a:latin typeface="Consolas" panose="020B0609020204030204" pitchFamily="49" charset="0"/>
              </a:rPr>
              <a:t>structures</a:t>
            </a:r>
            <a:r>
              <a:rPr lang="da-DK" dirty="0">
                <a:latin typeface="Consolas" panose="020B0609020204030204" pitchFamily="49" charset="0"/>
              </a:rPr>
              <a:t> og arrays</a:t>
            </a:r>
          </a:p>
          <a:p>
            <a:endParaRPr lang="da-DK" dirty="0">
              <a:latin typeface="Consolas" panose="020B0609020204030204" pitchFamily="49" charset="0"/>
            </a:endParaRPr>
          </a:p>
          <a:p>
            <a:endParaRPr lang="da-DK" dirty="0">
              <a:latin typeface="Consolas" panose="020B0609020204030204" pitchFamily="49" charset="0"/>
            </a:endParaRPr>
          </a:p>
          <a:p>
            <a:pPr marL="0" indent="0">
              <a:buNone/>
            </a:pPr>
            <a:endParaRPr lang="da-DK" dirty="0">
              <a:latin typeface="Consolas" panose="020B0609020204030204" pitchFamily="49" charset="0"/>
            </a:endParaRPr>
          </a:p>
          <a:p>
            <a:endParaRPr lang="da-DK" dirty="0">
              <a:latin typeface="Consolas" panose="020B0609020204030204" pitchFamily="49" charset="0"/>
            </a:endParaRPr>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1213708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C3CDAD2D-609D-42D0-B097-C56F8A3CC401}"/>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18</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155E760E-1425-42D1-9263-35EE21CFF1D0}"/>
              </a:ext>
            </a:extLst>
          </p:cNvPr>
          <p:cNvSpPr>
            <a:spLocks noGrp="1"/>
          </p:cNvSpPr>
          <p:nvPr>
            <p:ph type="title"/>
          </p:nvPr>
        </p:nvSpPr>
        <p:spPr/>
        <p:txBody>
          <a:bodyPr/>
          <a:lstStyle/>
          <a:p>
            <a:r>
              <a:rPr lang="en-US" dirty="0">
                <a:latin typeface="Consolas" panose="020B0609020204030204" pitchFamily="49" charset="0"/>
              </a:rPr>
              <a:t>Unions</a:t>
            </a:r>
          </a:p>
        </p:txBody>
      </p:sp>
      <p:sp>
        <p:nvSpPr>
          <p:cNvPr id="4" name="Pladsholder til tekst 3">
            <a:extLst>
              <a:ext uri="{FF2B5EF4-FFF2-40B4-BE49-F238E27FC236}">
                <a16:creationId xmlns:a16="http://schemas.microsoft.com/office/drawing/2014/main" id="{5CB79B94-9720-49AE-94FC-E05A35E01BCA}"/>
              </a:ext>
            </a:extLst>
          </p:cNvPr>
          <p:cNvSpPr>
            <a:spLocks noGrp="1"/>
          </p:cNvSpPr>
          <p:nvPr>
            <p:ph type="body" sz="quarter" idx="12"/>
          </p:nvPr>
        </p:nvSpPr>
        <p:spPr/>
        <p:txBody>
          <a:bodyPr>
            <a:normAutofit/>
          </a:bodyPr>
          <a:lstStyle/>
          <a:p>
            <a:pPr marL="0" indent="0">
              <a:buNone/>
            </a:pPr>
            <a:r>
              <a:rPr lang="da-DK" sz="2400" dirty="0">
                <a:latin typeface="Consolas" panose="020B0609020204030204" pitchFamily="49" charset="0"/>
              </a:rPr>
              <a:t>En union gør det muligt at gemme forskellige datatyper på samme hukommelsesplacering. </a:t>
            </a:r>
          </a:p>
          <a:p>
            <a:pPr marL="0" indent="0">
              <a:buNone/>
            </a:pPr>
            <a:r>
              <a:rPr lang="da-DK" sz="2400" dirty="0">
                <a:latin typeface="Consolas" panose="020B0609020204030204" pitchFamily="49" charset="0"/>
              </a:rPr>
              <a:t>Du kan definere en union med mange medlemmer og størrelser, </a:t>
            </a:r>
          </a:p>
          <a:p>
            <a:pPr marL="0" indent="0">
              <a:buNone/>
            </a:pPr>
            <a:r>
              <a:rPr lang="da-DK" sz="2400" dirty="0">
                <a:latin typeface="Consolas" panose="020B0609020204030204" pitchFamily="49" charset="0"/>
              </a:rPr>
              <a:t>kun et medlem kan indeholde en værdi til enhver tid. </a:t>
            </a:r>
          </a:p>
          <a:p>
            <a:pPr marL="0" indent="0">
              <a:buNone/>
            </a:pPr>
            <a:r>
              <a:rPr lang="da-DK" sz="2400" dirty="0">
                <a:latin typeface="Consolas" panose="020B0609020204030204" pitchFamily="49" charset="0"/>
              </a:rPr>
              <a:t>Unions bruger samme hukommelsesplacering til flere formål.</a:t>
            </a:r>
          </a:p>
          <a:p>
            <a:pPr marL="0" indent="0">
              <a:buNone/>
            </a:pPr>
            <a:r>
              <a:rPr lang="da-DK" sz="2400" dirty="0">
                <a:latin typeface="Consolas" panose="020B0609020204030204" pitchFamily="49" charset="0"/>
              </a:rPr>
              <a:t>	er det farligt? JA! Så pas på!</a:t>
            </a:r>
            <a:endParaRPr lang="en-US" sz="2400" dirty="0">
              <a:latin typeface="Consolas" panose="020B0609020204030204" pitchFamily="49" charset="0"/>
            </a:endParaRPr>
          </a:p>
        </p:txBody>
      </p:sp>
    </p:spTree>
    <p:extLst>
      <p:ext uri="{BB962C8B-B14F-4D97-AF65-F5344CB8AC3E}">
        <p14:creationId xmlns:p14="http://schemas.microsoft.com/office/powerpoint/2010/main" val="1863275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DD1768-F400-4219-DEAE-AAE493E435A9}"/>
              </a:ext>
            </a:extLst>
          </p:cNvPr>
          <p:cNvSpPr>
            <a:spLocks noGrp="1"/>
          </p:cNvSpPr>
          <p:nvPr>
            <p:ph type="sldNum" sz="quarter" idx="4"/>
          </p:nvPr>
        </p:nvSpPr>
        <p:spPr/>
        <p:txBody>
          <a:bodyPr/>
          <a:lstStyle/>
          <a:p>
            <a:fld id="{D8D877B3-D348-4611-9BDB-C5374591D951}" type="slidenum">
              <a:rPr lang="en-US" smtClean="0"/>
              <a:pPr/>
              <a:t>19</a:t>
            </a:fld>
            <a:endParaRPr lang="en-US" dirty="0"/>
          </a:p>
        </p:txBody>
      </p:sp>
      <p:sp>
        <p:nvSpPr>
          <p:cNvPr id="3" name="Title 2">
            <a:extLst>
              <a:ext uri="{FF2B5EF4-FFF2-40B4-BE49-F238E27FC236}">
                <a16:creationId xmlns:a16="http://schemas.microsoft.com/office/drawing/2014/main" id="{EEAB59C1-FF20-0B0F-6D17-3BB2594270BB}"/>
              </a:ext>
            </a:extLst>
          </p:cNvPr>
          <p:cNvSpPr>
            <a:spLocks noGrp="1"/>
          </p:cNvSpPr>
          <p:nvPr>
            <p:ph type="title"/>
          </p:nvPr>
        </p:nvSpPr>
        <p:spPr>
          <a:xfrm>
            <a:off x="587373" y="370290"/>
            <a:ext cx="10862797" cy="1474385"/>
          </a:xfrm>
        </p:spPr>
        <p:txBody>
          <a:bodyPr/>
          <a:lstStyle/>
          <a:p>
            <a:r>
              <a:rPr lang="en-US" b="1" dirty="0"/>
              <a:t>Quake’s Graphics Engine</a:t>
            </a:r>
            <a:br>
              <a:rPr lang="en-US" b="1" dirty="0"/>
            </a:br>
            <a:r>
              <a:rPr lang="en-US" b="1" dirty="0"/>
              <a:t>Fast inverse square root og UNIONS</a:t>
            </a:r>
          </a:p>
        </p:txBody>
      </p:sp>
      <p:pic>
        <p:nvPicPr>
          <p:cNvPr id="6" name="Picture 5">
            <a:extLst>
              <a:ext uri="{FF2B5EF4-FFF2-40B4-BE49-F238E27FC236}">
                <a16:creationId xmlns:a16="http://schemas.microsoft.com/office/drawing/2014/main" id="{C757D97E-1F67-B33E-F074-B0C7DB7A2EBF}"/>
              </a:ext>
            </a:extLst>
          </p:cNvPr>
          <p:cNvPicPr>
            <a:picLocks noChangeAspect="1"/>
          </p:cNvPicPr>
          <p:nvPr/>
        </p:nvPicPr>
        <p:blipFill>
          <a:blip r:embed="rId2"/>
          <a:stretch>
            <a:fillRect/>
          </a:stretch>
        </p:blipFill>
        <p:spPr>
          <a:xfrm>
            <a:off x="349624" y="2632262"/>
            <a:ext cx="6898902" cy="2732572"/>
          </a:xfrm>
          <a:prstGeom prst="rect">
            <a:avLst/>
          </a:prstGeom>
        </p:spPr>
      </p:pic>
      <p:pic>
        <p:nvPicPr>
          <p:cNvPr id="8" name="Picture 7">
            <a:extLst>
              <a:ext uri="{FF2B5EF4-FFF2-40B4-BE49-F238E27FC236}">
                <a16:creationId xmlns:a16="http://schemas.microsoft.com/office/drawing/2014/main" id="{2F084379-9E47-5AAA-49F0-7AFF6A04C7E1}"/>
              </a:ext>
            </a:extLst>
          </p:cNvPr>
          <p:cNvPicPr>
            <a:picLocks noChangeAspect="1"/>
          </p:cNvPicPr>
          <p:nvPr/>
        </p:nvPicPr>
        <p:blipFill>
          <a:blip r:embed="rId3"/>
          <a:stretch>
            <a:fillRect/>
          </a:stretch>
        </p:blipFill>
        <p:spPr>
          <a:xfrm>
            <a:off x="7620840" y="2813051"/>
            <a:ext cx="4467225" cy="2200275"/>
          </a:xfrm>
          <a:prstGeom prst="rect">
            <a:avLst/>
          </a:prstGeom>
        </p:spPr>
      </p:pic>
    </p:spTree>
    <p:extLst>
      <p:ext uri="{BB962C8B-B14F-4D97-AF65-F5344CB8AC3E}">
        <p14:creationId xmlns:p14="http://schemas.microsoft.com/office/powerpoint/2010/main" val="62252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45219F00-DBD1-43FE-ABCD-16899B676608}"/>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20</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24034222-04BA-444F-97CC-F31270BED5A4}"/>
              </a:ext>
            </a:extLst>
          </p:cNvPr>
          <p:cNvSpPr>
            <a:spLocks noGrp="1"/>
          </p:cNvSpPr>
          <p:nvPr>
            <p:ph type="title"/>
          </p:nvPr>
        </p:nvSpPr>
        <p:spPr>
          <a:xfrm>
            <a:off x="587374" y="370290"/>
            <a:ext cx="6425128" cy="1474385"/>
          </a:xfrm>
        </p:spPr>
        <p:txBody>
          <a:bodyPr/>
          <a:lstStyle/>
          <a:p>
            <a:r>
              <a:rPr lang="da-DK" dirty="0">
                <a:latin typeface="Consolas" panose="020B0609020204030204" pitchFamily="49" charset="0"/>
              </a:rPr>
              <a:t>Opgave: union1</a:t>
            </a:r>
          </a:p>
        </p:txBody>
      </p:sp>
      <p:sp>
        <p:nvSpPr>
          <p:cNvPr id="7" name="Pladsholder til tekst 3">
            <a:extLst>
              <a:ext uri="{FF2B5EF4-FFF2-40B4-BE49-F238E27FC236}">
                <a16:creationId xmlns:a16="http://schemas.microsoft.com/office/drawing/2014/main" id="{54EE23DC-3671-A065-7A92-8A3AF4C11A3A}"/>
              </a:ext>
            </a:extLst>
          </p:cNvPr>
          <p:cNvSpPr>
            <a:spLocks noGrp="1"/>
          </p:cNvSpPr>
          <p:nvPr>
            <p:ph type="body" sz="quarter" idx="12"/>
          </p:nvPr>
        </p:nvSpPr>
        <p:spPr>
          <a:xfrm>
            <a:off x="587376" y="1844675"/>
            <a:ext cx="6594335" cy="4136674"/>
          </a:xfrm>
        </p:spPr>
        <p:txBody>
          <a:bodyPr>
            <a:normAutofit/>
          </a:bodyPr>
          <a:lstStyle/>
          <a:p>
            <a:pPr marL="0" indent="0">
              <a:buNone/>
            </a:pPr>
            <a:r>
              <a:rPr lang="da-DK" sz="1200" dirty="0">
                <a:latin typeface="Consolas" panose="020B0609020204030204" pitchFamily="49" charset="0"/>
              </a:rPr>
              <a:t>Med udgangspunkt i union1.c, Svar på følgende spørgsmål:</a:t>
            </a:r>
          </a:p>
          <a:p>
            <a:pPr>
              <a:buFont typeface="+mj-lt"/>
              <a:buAutoNum type="arabicPeriod"/>
            </a:pPr>
            <a:r>
              <a:rPr lang="da-DK" sz="1200" dirty="0">
                <a:latin typeface="Consolas" panose="020B0609020204030204" pitchFamily="49" charset="0"/>
              </a:rPr>
              <a:t>Hvorfor har </a:t>
            </a:r>
            <a:r>
              <a:rPr lang="da-DK" sz="1200" dirty="0" err="1">
                <a:latin typeface="Consolas" panose="020B0609020204030204" pitchFamily="49" charset="0"/>
              </a:rPr>
              <a:t>data.i</a:t>
            </a:r>
            <a:r>
              <a:rPr lang="da-DK" sz="1200" dirty="0">
                <a:latin typeface="Consolas" panose="020B0609020204030204" pitchFamily="49" charset="0"/>
              </a:rPr>
              <a:t> = 10 og </a:t>
            </a:r>
            <a:r>
              <a:rPr lang="da-DK" sz="1200" dirty="0" err="1">
                <a:latin typeface="Consolas" panose="020B0609020204030204" pitchFamily="49" charset="0"/>
              </a:rPr>
              <a:t>data.f</a:t>
            </a:r>
            <a:r>
              <a:rPr lang="da-DK" sz="1200" dirty="0">
                <a:latin typeface="Consolas" panose="020B0609020204030204" pitchFamily="49" charset="0"/>
              </a:rPr>
              <a:t> = -220.5 ikke nogen effekt på det udskrevne i </a:t>
            </a:r>
            <a:r>
              <a:rPr lang="da-DK" sz="1200" dirty="0" err="1">
                <a:latin typeface="Consolas" panose="020B0609020204030204" pitchFamily="49" charset="0"/>
              </a:rPr>
              <a:t>printf</a:t>
            </a:r>
            <a:r>
              <a:rPr lang="da-DK" sz="1200" dirty="0">
                <a:latin typeface="Consolas" panose="020B0609020204030204" pitchFamily="49" charset="0"/>
              </a:rPr>
              <a:t>?</a:t>
            </a:r>
          </a:p>
          <a:p>
            <a:pPr>
              <a:buFont typeface="+mj-lt"/>
              <a:buAutoNum type="arabicPeriod"/>
            </a:pPr>
            <a:r>
              <a:rPr lang="da-DK" sz="1200" dirty="0">
                <a:latin typeface="Consolas" panose="020B0609020204030204" pitchFamily="49" charset="0"/>
              </a:rPr>
              <a:t>Forklar sammenhængen mellem </a:t>
            </a:r>
            <a:r>
              <a:rPr lang="da-DK" sz="1200" dirty="0" err="1">
                <a:latin typeface="Consolas" panose="020B0609020204030204" pitchFamily="49" charset="0"/>
              </a:rPr>
              <a:t>data.i</a:t>
            </a:r>
            <a:r>
              <a:rPr lang="da-DK" sz="1200" dirty="0">
                <a:latin typeface="Consolas" panose="020B0609020204030204" pitchFamily="49" charset="0"/>
              </a:rPr>
              <a:t> og </a:t>
            </a:r>
            <a:r>
              <a:rPr lang="da-DK" sz="1200" dirty="0" err="1">
                <a:latin typeface="Consolas" panose="020B0609020204030204" pitchFamily="49" charset="0"/>
              </a:rPr>
              <a:t>data.str</a:t>
            </a:r>
            <a:r>
              <a:rPr lang="da-DK" sz="1200" dirty="0">
                <a:latin typeface="Consolas" panose="020B0609020204030204" pitchFamily="49" charset="0"/>
              </a:rPr>
              <a:t> ?</a:t>
            </a:r>
            <a:br>
              <a:rPr lang="da-DK" sz="1200" dirty="0">
                <a:latin typeface="Consolas" panose="020B0609020204030204" pitchFamily="49" charset="0"/>
              </a:rPr>
            </a:br>
            <a:r>
              <a:rPr lang="da-DK" sz="1200" dirty="0">
                <a:latin typeface="Consolas" panose="020B0609020204030204" pitchFamily="49" charset="0"/>
              </a:rPr>
              <a:t>(print eventuelt </a:t>
            </a:r>
            <a:r>
              <a:rPr lang="da-DK" sz="1200" dirty="0" err="1">
                <a:latin typeface="Consolas" panose="020B0609020204030204" pitchFamily="49" charset="0"/>
              </a:rPr>
              <a:t>data.i</a:t>
            </a:r>
            <a:r>
              <a:rPr lang="da-DK" sz="1200" dirty="0">
                <a:latin typeface="Consolas" panose="020B0609020204030204" pitchFamily="49" charset="0"/>
              </a:rPr>
              <a:t> som en </a:t>
            </a:r>
            <a:r>
              <a:rPr lang="da-DK" sz="1200" dirty="0" err="1">
                <a:latin typeface="Consolas" panose="020B0609020204030204" pitchFamily="49" charset="0"/>
              </a:rPr>
              <a:t>hex-value</a:t>
            </a:r>
            <a:r>
              <a:rPr lang="da-DK" sz="1200" dirty="0">
                <a:latin typeface="Consolas" panose="020B0609020204030204" pitchFamily="49" charset="0"/>
              </a:rPr>
              <a:t>)</a:t>
            </a:r>
          </a:p>
          <a:p>
            <a:pPr>
              <a:buFont typeface="+mj-lt"/>
              <a:buAutoNum type="arabicPeriod"/>
            </a:pPr>
            <a:r>
              <a:rPr lang="da-DK" sz="1200" dirty="0">
                <a:latin typeface="Consolas" panose="020B0609020204030204" pitchFamily="49" charset="0"/>
              </a:rPr>
              <a:t>Hvor meget plads fylder denne union (hvad bestemmer det og hvorfor lige dette tal)?</a:t>
            </a:r>
          </a:p>
          <a:p>
            <a:pPr>
              <a:buFont typeface="+mj-lt"/>
              <a:buAutoNum type="arabicPeriod"/>
            </a:pPr>
            <a:r>
              <a:rPr lang="da-DK" sz="1200" dirty="0">
                <a:latin typeface="Consolas" panose="020B0609020204030204" pitchFamily="49" charset="0"/>
              </a:rPr>
              <a:t>Hvorfor giver </a:t>
            </a:r>
            <a:r>
              <a:rPr lang="da-DK" sz="1200" dirty="0" err="1">
                <a:latin typeface="Consolas" panose="020B0609020204030204" pitchFamily="49" charset="0"/>
              </a:rPr>
              <a:t>data.f</a:t>
            </a:r>
            <a:r>
              <a:rPr lang="da-DK" sz="1200" dirty="0">
                <a:latin typeface="Consolas" panose="020B0609020204030204" pitchFamily="49" charset="0"/>
              </a:rPr>
              <a:t> ikke noget output?</a:t>
            </a:r>
          </a:p>
          <a:p>
            <a:pPr lvl="1">
              <a:buFont typeface="+mj-lt"/>
              <a:buAutoNum type="arabicPeriod"/>
            </a:pPr>
            <a:r>
              <a:rPr lang="da-DK" dirty="0">
                <a:latin typeface="Consolas" panose="020B0609020204030204" pitchFamily="49" charset="0"/>
              </a:rPr>
              <a:t>Hint: når man skriver "abc", hvad står der så på </a:t>
            </a:r>
            <a:r>
              <a:rPr lang="da-DK" dirty="0" err="1">
                <a:latin typeface="Consolas" panose="020B0609020204030204" pitchFamily="49" charset="0"/>
              </a:rPr>
              <a:t>idx</a:t>
            </a:r>
            <a:r>
              <a:rPr lang="da-DK" dirty="0">
                <a:latin typeface="Consolas" panose="020B0609020204030204" pitchFamily="49" charset="0"/>
              </a:rPr>
              <a:t> 3 (</a:t>
            </a:r>
            <a:r>
              <a:rPr lang="da-DK" dirty="0" err="1">
                <a:latin typeface="Consolas" panose="020B0609020204030204" pitchFamily="49" charset="0"/>
              </a:rPr>
              <a:t>exponenten</a:t>
            </a:r>
            <a:r>
              <a:rPr lang="da-DK" dirty="0">
                <a:latin typeface="Consolas" panose="020B0609020204030204" pitchFamily="49" charset="0"/>
              </a:rPr>
              <a:t>)?</a:t>
            </a:r>
          </a:p>
        </p:txBody>
      </p:sp>
      <p:sp>
        <p:nvSpPr>
          <p:cNvPr id="8" name="TextBox 7">
            <a:extLst>
              <a:ext uri="{FF2B5EF4-FFF2-40B4-BE49-F238E27FC236}">
                <a16:creationId xmlns:a16="http://schemas.microsoft.com/office/drawing/2014/main" id="{3364E5E7-E302-97F6-A135-D59CC81CE3D2}"/>
              </a:ext>
            </a:extLst>
          </p:cNvPr>
          <p:cNvSpPr txBox="1"/>
          <p:nvPr/>
        </p:nvSpPr>
        <p:spPr>
          <a:xfrm>
            <a:off x="6955747" y="1224731"/>
            <a:ext cx="5236253" cy="4893647"/>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string.h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FF"/>
                </a:solidFill>
                <a:effectLst/>
                <a:latin typeface="Consolas" panose="020B0609020204030204" pitchFamily="49" charset="0"/>
              </a:rPr>
              <a:t>union</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i;</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f;</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str[</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unsigned</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byte_array</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union</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.f</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220.5</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strcpy</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.str</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ABC</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data.i</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%d</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data.f</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%f</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.f</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data.str</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%s</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.str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A31515"/>
                </a:solidFill>
                <a:effectLst/>
                <a:latin typeface="Consolas" panose="020B0609020204030204" pitchFamily="49" charset="0"/>
              </a:rPr>
              <a:t>(index i, </a:t>
            </a:r>
            <a:r>
              <a:rPr lang="en-US" sz="1200" b="0" dirty="0" err="1">
                <a:solidFill>
                  <a:srgbClr val="A31515"/>
                </a:solidFill>
                <a:effectLst/>
                <a:latin typeface="Consolas" panose="020B0609020204030204" pitchFamily="49" charset="0"/>
              </a:rPr>
              <a:t>data.byte_array</a:t>
            </a:r>
            <a:r>
              <a:rPr lang="en-US" sz="1200" b="0" dirty="0">
                <a:solidFill>
                  <a:srgbClr val="A31515"/>
                </a:solidFill>
                <a:effectLst/>
                <a:latin typeface="Consolas" panose="020B0609020204030204" pitchFamily="49" charset="0"/>
              </a:rPr>
              <a:t>[i]) :</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&lt;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1F377F"/>
                </a:solidFill>
                <a:effectLst/>
                <a:latin typeface="Consolas" panose="020B0609020204030204" pitchFamily="49" charset="0"/>
              </a:rPr>
              <a:t>%d</a:t>
            </a:r>
            <a:r>
              <a:rPr lang="en-US" sz="1200" b="0" dirty="0">
                <a:solidFill>
                  <a:srgbClr val="A31515"/>
                </a:solidFill>
                <a:effectLst/>
                <a:latin typeface="Consolas" panose="020B0609020204030204" pitchFamily="49" charset="0"/>
              </a:rPr>
              <a:t> , 0x</a:t>
            </a:r>
            <a:r>
              <a:rPr lang="en-US" sz="1200" b="0" dirty="0">
                <a:solidFill>
                  <a:srgbClr val="1F377F"/>
                </a:solidFill>
                <a:effectLst/>
                <a:latin typeface="Consolas" panose="020B0609020204030204" pitchFamily="49" charset="0"/>
              </a:rPr>
              <a:t>%02X</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.byte_array</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pic>
        <p:nvPicPr>
          <p:cNvPr id="5" name="Picture 4">
            <a:extLst>
              <a:ext uri="{FF2B5EF4-FFF2-40B4-BE49-F238E27FC236}">
                <a16:creationId xmlns:a16="http://schemas.microsoft.com/office/drawing/2014/main" id="{AAB318D0-B28B-BDAD-F0CD-0954B23C8EC9}"/>
              </a:ext>
            </a:extLst>
          </p:cNvPr>
          <p:cNvPicPr>
            <a:picLocks noChangeAspect="1"/>
          </p:cNvPicPr>
          <p:nvPr/>
        </p:nvPicPr>
        <p:blipFill>
          <a:blip r:embed="rId2"/>
          <a:stretch>
            <a:fillRect/>
          </a:stretch>
        </p:blipFill>
        <p:spPr>
          <a:xfrm>
            <a:off x="2999275" y="4879647"/>
            <a:ext cx="3546567" cy="492063"/>
          </a:xfrm>
          <a:prstGeom prst="rect">
            <a:avLst/>
          </a:prstGeom>
        </p:spPr>
      </p:pic>
    </p:spTree>
    <p:extLst>
      <p:ext uri="{BB962C8B-B14F-4D97-AF65-F5344CB8AC3E}">
        <p14:creationId xmlns:p14="http://schemas.microsoft.com/office/powerpoint/2010/main" val="3128626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45219F00-DBD1-43FE-ABCD-16899B676608}"/>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21</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24034222-04BA-444F-97CC-F31270BED5A4}"/>
              </a:ext>
            </a:extLst>
          </p:cNvPr>
          <p:cNvSpPr>
            <a:spLocks noGrp="1"/>
          </p:cNvSpPr>
          <p:nvPr>
            <p:ph type="title"/>
          </p:nvPr>
        </p:nvSpPr>
        <p:spPr>
          <a:xfrm>
            <a:off x="587374" y="370290"/>
            <a:ext cx="6689989" cy="1474385"/>
          </a:xfrm>
        </p:spPr>
        <p:txBody>
          <a:bodyPr/>
          <a:lstStyle/>
          <a:p>
            <a:r>
              <a:rPr lang="da-DK" dirty="0">
                <a:latin typeface="Consolas" panose="020B0609020204030204" pitchFamily="49" charset="0"/>
              </a:rPr>
              <a:t>Opgave: union1</a:t>
            </a:r>
          </a:p>
        </p:txBody>
      </p:sp>
      <p:sp>
        <p:nvSpPr>
          <p:cNvPr id="4" name="Pladsholder til tekst 3">
            <a:extLst>
              <a:ext uri="{FF2B5EF4-FFF2-40B4-BE49-F238E27FC236}">
                <a16:creationId xmlns:a16="http://schemas.microsoft.com/office/drawing/2014/main" id="{4E70F956-70CA-4FD5-971A-8C3273CB71AC}"/>
              </a:ext>
            </a:extLst>
          </p:cNvPr>
          <p:cNvSpPr>
            <a:spLocks noGrp="1"/>
          </p:cNvSpPr>
          <p:nvPr>
            <p:ph type="body" sz="quarter" idx="12"/>
          </p:nvPr>
        </p:nvSpPr>
        <p:spPr>
          <a:xfrm>
            <a:off x="587376" y="1844674"/>
            <a:ext cx="5944905" cy="4791629"/>
          </a:xfrm>
        </p:spPr>
        <p:txBody>
          <a:bodyPr>
            <a:normAutofit/>
          </a:bodyPr>
          <a:lstStyle/>
          <a:p>
            <a:pPr marL="0" indent="0">
              <a:buNone/>
            </a:pPr>
            <a:r>
              <a:rPr lang="da-DK" sz="1200" dirty="0">
                <a:latin typeface="Consolas" panose="020B0609020204030204" pitchFamily="49" charset="0"/>
              </a:rPr>
              <a:t>Kør nedenstående kode-eksempel og svar på følgende spørgsmål:</a:t>
            </a:r>
          </a:p>
          <a:p>
            <a:pPr>
              <a:buFont typeface="Arial" panose="020B0604020202020204" pitchFamily="34" charset="0"/>
              <a:buChar char="•"/>
            </a:pPr>
            <a:r>
              <a:rPr lang="da-DK" sz="1200" dirty="0">
                <a:latin typeface="Consolas" panose="020B0609020204030204" pitchFamily="49" charset="0"/>
              </a:rPr>
              <a:t>Hvorfor har </a:t>
            </a:r>
            <a:r>
              <a:rPr lang="da-DK" sz="1200" dirty="0" err="1">
                <a:latin typeface="Consolas" panose="020B0609020204030204" pitchFamily="49" charset="0"/>
              </a:rPr>
              <a:t>data.i</a:t>
            </a:r>
            <a:r>
              <a:rPr lang="da-DK" sz="1200" dirty="0">
                <a:latin typeface="Consolas" panose="020B0609020204030204" pitchFamily="49" charset="0"/>
              </a:rPr>
              <a:t> = 10 og </a:t>
            </a:r>
            <a:r>
              <a:rPr lang="da-DK" sz="1200" dirty="0" err="1">
                <a:latin typeface="Consolas" panose="020B0609020204030204" pitchFamily="49" charset="0"/>
              </a:rPr>
              <a:t>data.f</a:t>
            </a:r>
            <a:r>
              <a:rPr lang="da-DK" sz="1200" dirty="0">
                <a:latin typeface="Consolas" panose="020B0609020204030204" pitchFamily="49" charset="0"/>
              </a:rPr>
              <a:t> = -220.5 ikke nogen effekt på det udskrevne? </a:t>
            </a:r>
            <a:r>
              <a:rPr lang="da-DK" sz="1200" b="1" dirty="0">
                <a:latin typeface="Consolas" panose="020B0609020204030204" pitchFamily="49" charset="0"/>
              </a:rPr>
              <a:t>– hvad er en Union?</a:t>
            </a:r>
          </a:p>
          <a:p>
            <a:pPr>
              <a:buFont typeface="Arial" panose="020B0604020202020204" pitchFamily="34" charset="0"/>
              <a:buChar char="•"/>
            </a:pPr>
            <a:r>
              <a:rPr lang="da-DK" sz="1200" dirty="0">
                <a:latin typeface="Consolas" panose="020B0609020204030204" pitchFamily="49" charset="0"/>
              </a:rPr>
              <a:t>Forklar sammenhængen mellem </a:t>
            </a:r>
            <a:r>
              <a:rPr lang="da-DK" sz="1200" dirty="0" err="1">
                <a:latin typeface="Consolas" panose="020B0609020204030204" pitchFamily="49" charset="0"/>
              </a:rPr>
              <a:t>data.i</a:t>
            </a:r>
            <a:r>
              <a:rPr lang="da-DK" sz="1200" dirty="0">
                <a:latin typeface="Consolas" panose="020B0609020204030204" pitchFamily="49" charset="0"/>
              </a:rPr>
              <a:t> og </a:t>
            </a:r>
            <a:r>
              <a:rPr lang="da-DK" sz="1200" dirty="0" err="1">
                <a:latin typeface="Consolas" panose="020B0609020204030204" pitchFamily="49" charset="0"/>
              </a:rPr>
              <a:t>data.str</a:t>
            </a:r>
            <a:r>
              <a:rPr lang="da-DK" sz="1200" dirty="0">
                <a:latin typeface="Consolas" panose="020B0609020204030204" pitchFamily="49" charset="0"/>
              </a:rPr>
              <a:t> ?</a:t>
            </a:r>
            <a:br>
              <a:rPr lang="da-DK" sz="1200" dirty="0">
                <a:latin typeface="Consolas" panose="020B0609020204030204" pitchFamily="49" charset="0"/>
              </a:rPr>
            </a:br>
            <a:r>
              <a:rPr lang="da-DK" sz="1200" dirty="0">
                <a:latin typeface="Consolas" panose="020B0609020204030204" pitchFamily="49" charset="0"/>
              </a:rPr>
              <a:t>(print eventuelt </a:t>
            </a:r>
            <a:r>
              <a:rPr lang="da-DK" sz="1200" dirty="0" err="1">
                <a:latin typeface="Consolas" panose="020B0609020204030204" pitchFamily="49" charset="0"/>
              </a:rPr>
              <a:t>data.i</a:t>
            </a:r>
            <a:r>
              <a:rPr lang="da-DK" sz="1200" dirty="0">
                <a:latin typeface="Consolas" panose="020B0609020204030204" pitchFamily="49" charset="0"/>
              </a:rPr>
              <a:t> som en </a:t>
            </a:r>
            <a:r>
              <a:rPr lang="da-DK" sz="1200" dirty="0" err="1">
                <a:latin typeface="Consolas" panose="020B0609020204030204" pitchFamily="49" charset="0"/>
              </a:rPr>
              <a:t>hex-value</a:t>
            </a:r>
            <a:r>
              <a:rPr lang="da-DK" sz="1200" dirty="0">
                <a:latin typeface="Consolas" panose="020B0609020204030204" pitchFamily="49" charset="0"/>
              </a:rPr>
              <a:t>) </a:t>
            </a:r>
            <a:r>
              <a:rPr lang="da-DK" sz="1200" b="1" dirty="0">
                <a:latin typeface="Consolas" panose="020B0609020204030204" pitchFamily="49" charset="0"/>
              </a:rPr>
              <a:t>– Samme som bytearray</a:t>
            </a:r>
          </a:p>
          <a:p>
            <a:pPr>
              <a:buFont typeface="Arial" panose="020B0604020202020204" pitchFamily="34" charset="0"/>
              <a:buChar char="•"/>
            </a:pPr>
            <a:r>
              <a:rPr lang="da-DK" sz="1200" dirty="0">
                <a:latin typeface="Consolas" panose="020B0609020204030204" pitchFamily="49" charset="0"/>
              </a:rPr>
              <a:t>Hvor meget plads fylder denne union (hvad bestemmer det og hvorfor lige dette tal)? – </a:t>
            </a:r>
            <a:r>
              <a:rPr lang="da-DK" sz="1200" b="1" dirty="0">
                <a:latin typeface="Consolas" panose="020B0609020204030204" pitchFamily="49" charset="0"/>
              </a:rPr>
              <a:t>4 byte (</a:t>
            </a:r>
            <a:r>
              <a:rPr lang="da-DK" sz="1200" b="1" dirty="0" err="1">
                <a:latin typeface="Consolas" panose="020B0609020204030204" pitchFamily="49" charset="0"/>
              </a:rPr>
              <a:t>int</a:t>
            </a:r>
            <a:r>
              <a:rPr lang="da-DK" sz="1200" b="1" dirty="0">
                <a:latin typeface="Consolas" panose="020B0609020204030204" pitchFamily="49" charset="0"/>
              </a:rPr>
              <a:t>)</a:t>
            </a:r>
          </a:p>
          <a:p>
            <a:pPr>
              <a:buFont typeface="Arial" panose="020B0604020202020204" pitchFamily="34" charset="0"/>
              <a:buChar char="•"/>
            </a:pPr>
            <a:r>
              <a:rPr lang="da-DK" sz="1200" dirty="0">
                <a:latin typeface="Consolas" panose="020B0609020204030204" pitchFamily="49" charset="0"/>
              </a:rPr>
              <a:t>Hvorfor giver </a:t>
            </a:r>
            <a:r>
              <a:rPr lang="da-DK" sz="1200" dirty="0" err="1">
                <a:latin typeface="Consolas" panose="020B0609020204030204" pitchFamily="49" charset="0"/>
              </a:rPr>
              <a:t>data.f</a:t>
            </a:r>
            <a:r>
              <a:rPr lang="da-DK" sz="1200" dirty="0">
                <a:latin typeface="Consolas" panose="020B0609020204030204" pitchFamily="49" charset="0"/>
              </a:rPr>
              <a:t> ikke noget output? (0). </a:t>
            </a:r>
            <a:r>
              <a:rPr lang="da-DK" sz="1200" b="1" dirty="0">
                <a:latin typeface="Consolas" panose="020B0609020204030204" pitchFamily="49" charset="0"/>
              </a:rPr>
              <a:t>– </a:t>
            </a:r>
            <a:r>
              <a:rPr lang="da-DK" sz="1200" b="1" dirty="0" err="1">
                <a:latin typeface="Consolas" panose="020B0609020204030204" pitchFamily="49" charset="0"/>
              </a:rPr>
              <a:t>data.byte_array</a:t>
            </a:r>
            <a:r>
              <a:rPr lang="da-DK" sz="1200" b="1" dirty="0">
                <a:latin typeface="Consolas" panose="020B0609020204030204" pitchFamily="49" charset="0"/>
              </a:rPr>
              <a:t>[3] is </a:t>
            </a:r>
            <a:r>
              <a:rPr lang="da-DK" sz="1200" b="1" dirty="0" err="1">
                <a:latin typeface="Consolas" panose="020B0609020204030204" pitchFamily="49" charset="0"/>
              </a:rPr>
              <a:t>exponent</a:t>
            </a:r>
            <a:endParaRPr lang="da-DK" sz="1200" b="1" dirty="0">
              <a:latin typeface="Consolas" panose="020B0609020204030204" pitchFamily="49" charset="0"/>
            </a:endParaRPr>
          </a:p>
          <a:p>
            <a:pPr>
              <a:buFont typeface="Arial" panose="020B0604020202020204" pitchFamily="34" charset="0"/>
              <a:buChar char="•"/>
            </a:pPr>
            <a:endParaRPr lang="da-DK" sz="1200" dirty="0">
              <a:latin typeface="Consolas" panose="020B0609020204030204" pitchFamily="49" charset="0"/>
            </a:endParaRPr>
          </a:p>
          <a:p>
            <a:pPr>
              <a:buFont typeface="Arial" panose="020B0604020202020204" pitchFamily="34" charset="0"/>
              <a:buChar char="•"/>
            </a:pPr>
            <a:endParaRPr lang="da-DK" sz="1200" dirty="0">
              <a:latin typeface="Consolas" panose="020B0609020204030204" pitchFamily="49" charset="0"/>
            </a:endParaRPr>
          </a:p>
          <a:p>
            <a:pPr>
              <a:buFont typeface="Arial" panose="020B0604020202020204" pitchFamily="34" charset="0"/>
              <a:buChar char="•"/>
            </a:pPr>
            <a:endParaRPr lang="da-DK" sz="1400" dirty="0">
              <a:latin typeface="Consolas" panose="020B0609020204030204" pitchFamily="49" charset="0"/>
            </a:endParaRPr>
          </a:p>
        </p:txBody>
      </p:sp>
      <p:pic>
        <p:nvPicPr>
          <p:cNvPr id="8" name="Picture 7" descr="A number on a black background&#10;&#10;Description automatically generated">
            <a:extLst>
              <a:ext uri="{FF2B5EF4-FFF2-40B4-BE49-F238E27FC236}">
                <a16:creationId xmlns:a16="http://schemas.microsoft.com/office/drawing/2014/main" id="{B621287D-84D7-B8FB-3E93-FF724F6C1712}"/>
              </a:ext>
            </a:extLst>
          </p:cNvPr>
          <p:cNvPicPr>
            <a:picLocks noChangeAspect="1"/>
          </p:cNvPicPr>
          <p:nvPr/>
        </p:nvPicPr>
        <p:blipFill rotWithShape="1">
          <a:blip r:embed="rId2">
            <a:extLst>
              <a:ext uri="{28A0092B-C50C-407E-A947-70E740481C1C}">
                <a14:useLocalDpi xmlns:a14="http://schemas.microsoft.com/office/drawing/2010/main" val="0"/>
              </a:ext>
            </a:extLst>
          </a:blip>
          <a:srcRect r="15038"/>
          <a:stretch/>
        </p:blipFill>
        <p:spPr>
          <a:xfrm>
            <a:off x="1321349" y="4448363"/>
            <a:ext cx="4774651" cy="714375"/>
          </a:xfrm>
          <a:prstGeom prst="rect">
            <a:avLst/>
          </a:prstGeom>
        </p:spPr>
      </p:pic>
      <p:sp>
        <p:nvSpPr>
          <p:cNvPr id="5" name="TextBox 4">
            <a:extLst>
              <a:ext uri="{FF2B5EF4-FFF2-40B4-BE49-F238E27FC236}">
                <a16:creationId xmlns:a16="http://schemas.microsoft.com/office/drawing/2014/main" id="{06D34CF0-6741-6250-F29D-3107280943C4}"/>
              </a:ext>
            </a:extLst>
          </p:cNvPr>
          <p:cNvSpPr txBox="1"/>
          <p:nvPr/>
        </p:nvSpPr>
        <p:spPr>
          <a:xfrm>
            <a:off x="6955747" y="1224731"/>
            <a:ext cx="5236253" cy="4524315"/>
          </a:xfrm>
          <a:prstGeom prst="rect">
            <a:avLst/>
          </a:prstGeom>
          <a:solidFill>
            <a:schemeClr val="bg1">
              <a:lumMod val="95000"/>
            </a:schemeClr>
          </a:solidFill>
        </p:spPr>
        <p:txBody>
          <a:bodyPr wrap="square">
            <a:spAutoFit/>
          </a:bodyPr>
          <a:lstStyle/>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string.h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FF"/>
                </a:solidFill>
                <a:effectLst/>
                <a:latin typeface="Consolas" panose="020B0609020204030204" pitchFamily="49" charset="0"/>
              </a:rPr>
              <a:t>union</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i;</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f;</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str[</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unsigned</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char</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byte_array</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union</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10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.f</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220.5</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strcpy</a:t>
            </a:r>
            <a:r>
              <a:rPr lang="en-US" sz="1200" b="0" dirty="0">
                <a:solidFill>
                  <a:srgbClr val="000000"/>
                </a:solidFill>
                <a:effectLst/>
                <a:latin typeface="Consolas" panose="020B0609020204030204" pitchFamily="49" charset="0"/>
              </a:rPr>
              <a:t>(</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.str</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ABC</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data.i</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%d</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data.f</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%f</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.f</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data.str</a:t>
            </a:r>
            <a:r>
              <a:rPr lang="en-US" sz="1200" b="0" dirty="0">
                <a:solidFill>
                  <a:srgbClr val="A31515"/>
                </a:solidFill>
                <a:effectLst/>
                <a:latin typeface="Consolas" panose="020B0609020204030204" pitchFamily="49" charset="0"/>
              </a:rPr>
              <a:t> : </a:t>
            </a:r>
            <a:r>
              <a:rPr lang="en-US" sz="1200" b="0" dirty="0">
                <a:solidFill>
                  <a:srgbClr val="1F377F"/>
                </a:solidFill>
                <a:effectLst/>
                <a:latin typeface="Consolas" panose="020B0609020204030204" pitchFamily="49" charset="0"/>
              </a:rPr>
              <a:t>%s</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.str</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A31515"/>
                </a:solidFill>
                <a:effectLst/>
                <a:latin typeface="Consolas" panose="020B0609020204030204" pitchFamily="49" charset="0"/>
              </a:rPr>
              <a:t>(index i, </a:t>
            </a:r>
            <a:r>
              <a:rPr lang="en-US" sz="1200" b="0" dirty="0" err="1">
                <a:solidFill>
                  <a:srgbClr val="A31515"/>
                </a:solidFill>
                <a:effectLst/>
                <a:latin typeface="Consolas" panose="020B0609020204030204" pitchFamily="49" charset="0"/>
              </a:rPr>
              <a:t>data.byte_array</a:t>
            </a:r>
            <a:r>
              <a:rPr lang="en-US" sz="1200" b="0" dirty="0">
                <a:solidFill>
                  <a:srgbClr val="A31515"/>
                </a:solidFill>
                <a:effectLst/>
                <a:latin typeface="Consolas" panose="020B0609020204030204" pitchFamily="49" charset="0"/>
              </a:rPr>
              <a:t>[i]) :</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dirty="0">
                <a:solidFill>
                  <a:srgbClr val="000000"/>
                </a:solidFill>
                <a:latin typeface="Consolas" panose="020B0609020204030204" pitchFamily="49" charset="0"/>
              </a:rPr>
              <a:t> </a:t>
            </a:r>
            <a:endParaRPr lang="en-US" sz="1200" b="0" dirty="0">
              <a:solidFill>
                <a:srgbClr val="000000"/>
              </a:solidFill>
              <a:effectLst/>
              <a:latin typeface="Consolas" panose="020B0609020204030204" pitchFamily="49" charset="0"/>
            </a:endParaRP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&lt; </a:t>
            </a:r>
            <a:r>
              <a:rPr lang="en-US" sz="1200" b="0" dirty="0" err="1">
                <a:solidFill>
                  <a:srgbClr val="0000FF"/>
                </a:solidFill>
                <a:effectLst/>
                <a:latin typeface="Consolas" panose="020B0609020204030204" pitchFamily="49" charset="0"/>
              </a:rPr>
              <a:t>sizeof</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data</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1F377F"/>
                </a:solidFill>
                <a:effectLst/>
                <a:latin typeface="Consolas" panose="020B0609020204030204" pitchFamily="49" charset="0"/>
              </a:rPr>
              <a:t>%d</a:t>
            </a:r>
            <a:r>
              <a:rPr lang="en-US" sz="1200" b="0" dirty="0">
                <a:solidFill>
                  <a:srgbClr val="A31515"/>
                </a:solidFill>
                <a:effectLst/>
                <a:latin typeface="Consolas" panose="020B0609020204030204" pitchFamily="49" charset="0"/>
              </a:rPr>
              <a:t> , 0x</a:t>
            </a:r>
            <a:r>
              <a:rPr lang="en-US" sz="1200" b="0" dirty="0">
                <a:solidFill>
                  <a:srgbClr val="1F377F"/>
                </a:solidFill>
                <a:effectLst/>
                <a:latin typeface="Consolas" panose="020B0609020204030204" pitchFamily="49" charset="0"/>
              </a:rPr>
              <a:t>%02X</a:t>
            </a:r>
            <a:r>
              <a:rPr lang="en-US" sz="1200" b="0" dirty="0">
                <a:solidFill>
                  <a:srgbClr val="A31515"/>
                </a:solidFill>
                <a:effectLst/>
                <a:latin typeface="Consolas" panose="020B0609020204030204" pitchFamily="49" charset="0"/>
              </a:rPr>
              <a:t>)</a:t>
            </a:r>
            <a:r>
              <a:rPr lang="en-US" sz="1200" b="0" dirty="0">
                <a:solidFill>
                  <a:srgbClr val="B776FB"/>
                </a:solidFill>
                <a:effectLst/>
                <a:latin typeface="Consolas" panose="020B0609020204030204" pitchFamily="49" charset="0"/>
              </a:rPr>
              <a:t>\n</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 </a:t>
            </a:r>
            <a:r>
              <a:rPr lang="en-US" sz="1200" b="0" dirty="0" err="1">
                <a:solidFill>
                  <a:srgbClr val="1F377F"/>
                </a:solidFill>
                <a:effectLst/>
                <a:latin typeface="Consolas" panose="020B0609020204030204" pitchFamily="49" charset="0"/>
              </a:rPr>
              <a:t>data</a:t>
            </a:r>
            <a:r>
              <a:rPr lang="en-US" sz="1200" b="0" dirty="0" err="1">
                <a:solidFill>
                  <a:srgbClr val="000000"/>
                </a:solidFill>
                <a:effectLst/>
                <a:latin typeface="Consolas" panose="020B0609020204030204" pitchFamily="49" charset="0"/>
              </a:rPr>
              <a:t>.byte_array</a:t>
            </a:r>
            <a:r>
              <a:rPr lang="en-US" sz="1200" b="0" dirty="0">
                <a:solidFill>
                  <a:srgbClr val="000000"/>
                </a:solidFill>
                <a:effectLst/>
                <a:latin typeface="Consolas" panose="020B0609020204030204" pitchFamily="49" charset="0"/>
              </a:rPr>
              <a:t>[</a:t>
            </a:r>
            <a:r>
              <a:rPr lang="en-US" sz="1200" b="0" dirty="0">
                <a:solidFill>
                  <a:srgbClr val="1F377F"/>
                </a:solidFill>
                <a:effectLst/>
                <a:latin typeface="Consolas" panose="020B0609020204030204" pitchFamily="49" charset="0"/>
              </a:rPr>
              <a:t>i</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p>
          <a:p>
            <a:pPr marL="228600" indent="-2286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228600" indent="-2286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20809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22</a:t>
            </a:fld>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latin typeface="Consolas" panose="020B0609020204030204" pitchFamily="49" charset="0"/>
              </a:rPr>
              <a:t>L</a:t>
            </a:r>
            <a:r>
              <a:rPr lang="da-DK" dirty="0" err="1">
                <a:latin typeface="Consolas" panose="020B0609020204030204" pitchFamily="49" charset="0"/>
              </a:rPr>
              <a:t>æringsmål</a:t>
            </a:r>
            <a:r>
              <a:rPr lang="da-DK" dirty="0">
                <a:latin typeface="Consolas" panose="020B0609020204030204" pitchFamily="49" charset="0"/>
              </a:rPr>
              <a:t> </a:t>
            </a:r>
            <a:r>
              <a:rPr lang="da-DK" dirty="0" err="1">
                <a:latin typeface="Consolas" panose="020B0609020204030204" pitchFamily="49" charset="0"/>
              </a:rPr>
              <a:t>idag</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pPr marL="0" indent="0">
              <a:buNone/>
            </a:pPr>
            <a:r>
              <a:rPr lang="da-DK" b="1" u="sng" dirty="0">
                <a:latin typeface="Consolas" panose="020B0609020204030204" pitchFamily="49" charset="0"/>
              </a:rPr>
              <a:t>Viden om Avancerede datatyper i C</a:t>
            </a:r>
          </a:p>
          <a:p>
            <a:r>
              <a:rPr lang="da-DK" dirty="0" err="1">
                <a:latin typeface="Consolas" panose="020B0609020204030204" pitchFamily="49" charset="0"/>
              </a:rPr>
              <a:t>Structs</a:t>
            </a:r>
            <a:endParaRPr lang="da-DK" dirty="0">
              <a:latin typeface="Consolas" panose="020B0609020204030204" pitchFamily="49" charset="0"/>
            </a:endParaRPr>
          </a:p>
          <a:p>
            <a:r>
              <a:rPr lang="da-DK" dirty="0">
                <a:latin typeface="Consolas" panose="020B0609020204030204" pitchFamily="49" charset="0"/>
              </a:rPr>
              <a:t>Unions</a:t>
            </a:r>
          </a:p>
          <a:p>
            <a:r>
              <a:rPr lang="da-DK" b="1" dirty="0" err="1">
                <a:latin typeface="Consolas" panose="020B0609020204030204" pitchFamily="49" charset="0"/>
              </a:rPr>
              <a:t>Enumerate</a:t>
            </a:r>
            <a:endParaRPr lang="da-DK" b="1" dirty="0">
              <a:latin typeface="Consolas" panose="020B0609020204030204" pitchFamily="49" charset="0"/>
            </a:endParaRPr>
          </a:p>
          <a:p>
            <a:r>
              <a:rPr lang="da-DK" dirty="0" err="1">
                <a:latin typeface="Consolas" panose="020B0609020204030204" pitchFamily="49" charset="0"/>
              </a:rPr>
              <a:t>structures</a:t>
            </a:r>
            <a:r>
              <a:rPr lang="da-DK" dirty="0">
                <a:latin typeface="Consolas" panose="020B0609020204030204" pitchFamily="49" charset="0"/>
              </a:rPr>
              <a:t> og arrays</a:t>
            </a:r>
          </a:p>
          <a:p>
            <a:endParaRPr lang="da-DK" dirty="0">
              <a:latin typeface="Consolas" panose="020B0609020204030204" pitchFamily="49" charset="0"/>
            </a:endParaRPr>
          </a:p>
          <a:p>
            <a:endParaRPr lang="da-DK" dirty="0">
              <a:latin typeface="Consolas" panose="020B0609020204030204" pitchFamily="49" charset="0"/>
            </a:endParaRPr>
          </a:p>
          <a:p>
            <a:pPr marL="0" indent="0">
              <a:buNone/>
            </a:pPr>
            <a:endParaRPr lang="da-DK" dirty="0">
              <a:latin typeface="Consolas" panose="020B0609020204030204" pitchFamily="49" charset="0"/>
            </a:endParaRPr>
          </a:p>
          <a:p>
            <a:endParaRPr lang="da-DK" dirty="0">
              <a:latin typeface="Consolas" panose="020B0609020204030204" pitchFamily="49" charset="0"/>
            </a:endParaRPr>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1223990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B5F7C145-6906-4260-AA43-B9230B6605DC}"/>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23</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90C7FAEA-ADA4-4100-8A3B-D226277A0F8F}"/>
              </a:ext>
            </a:extLst>
          </p:cNvPr>
          <p:cNvSpPr>
            <a:spLocks noGrp="1"/>
          </p:cNvSpPr>
          <p:nvPr>
            <p:ph type="title"/>
          </p:nvPr>
        </p:nvSpPr>
        <p:spPr/>
        <p:txBody>
          <a:bodyPr/>
          <a:lstStyle/>
          <a:p>
            <a:r>
              <a:rPr lang="en-US" dirty="0">
                <a:latin typeface="Consolas" panose="020B0609020204030204" pitchFamily="49" charset="0"/>
              </a:rPr>
              <a:t>Enumerations</a:t>
            </a:r>
          </a:p>
        </p:txBody>
      </p:sp>
      <p:sp>
        <p:nvSpPr>
          <p:cNvPr id="4" name="Pladsholder til tekst 3">
            <a:extLst>
              <a:ext uri="{FF2B5EF4-FFF2-40B4-BE49-F238E27FC236}">
                <a16:creationId xmlns:a16="http://schemas.microsoft.com/office/drawing/2014/main" id="{33EE9E86-E611-4318-B255-AA4604B2AE5D}"/>
              </a:ext>
            </a:extLst>
          </p:cNvPr>
          <p:cNvSpPr>
            <a:spLocks noGrp="1"/>
          </p:cNvSpPr>
          <p:nvPr>
            <p:ph type="body" sz="quarter" idx="12"/>
          </p:nvPr>
        </p:nvSpPr>
        <p:spPr>
          <a:xfrm>
            <a:off x="587375" y="1309042"/>
            <a:ext cx="10620094" cy="3704284"/>
          </a:xfrm>
        </p:spPr>
        <p:txBody>
          <a:bodyPr>
            <a:normAutofit/>
          </a:bodyPr>
          <a:lstStyle/>
          <a:p>
            <a:pPr marL="0" indent="0">
              <a:buNone/>
            </a:pPr>
            <a:r>
              <a:rPr lang="da-DK" sz="2000" dirty="0">
                <a:latin typeface="Consolas" panose="020B0609020204030204" pitchFamily="49" charset="0"/>
              </a:rPr>
              <a:t>Nøgleordet "</a:t>
            </a:r>
            <a:r>
              <a:rPr lang="da-DK" sz="2000" dirty="0" err="1">
                <a:latin typeface="Consolas" panose="020B0609020204030204" pitchFamily="49" charset="0"/>
              </a:rPr>
              <a:t>enum</a:t>
            </a:r>
            <a:r>
              <a:rPr lang="da-DK" sz="2000" dirty="0">
                <a:latin typeface="Consolas" panose="020B0609020204030204" pitchFamily="49" charset="0"/>
              </a:rPr>
              <a:t>" bruges til at erklære en optælling.</a:t>
            </a:r>
          </a:p>
          <a:p>
            <a:pPr marL="0" indent="0">
              <a:buNone/>
            </a:pPr>
            <a:r>
              <a:rPr lang="da-DK" sz="2000" dirty="0" err="1">
                <a:latin typeface="Consolas" panose="020B0609020204030204" pitchFamily="49" charset="0"/>
              </a:rPr>
              <a:t>enum</a:t>
            </a:r>
            <a:r>
              <a:rPr lang="da-DK" sz="2000" dirty="0">
                <a:latin typeface="Consolas" panose="020B0609020204030204" pitchFamily="49" charset="0"/>
              </a:rPr>
              <a:t> bruges til at tildele navne til en række tilhørende konstanter</a:t>
            </a:r>
          </a:p>
          <a:p>
            <a:pPr marL="0" indent="0">
              <a:buNone/>
            </a:pPr>
            <a:endParaRPr lang="da-DK" sz="2000" dirty="0">
              <a:latin typeface="Consolas" panose="020B0609020204030204" pitchFamily="49" charset="0"/>
            </a:endParaRPr>
          </a:p>
          <a:p>
            <a:pPr marL="0" indent="0">
              <a:buNone/>
            </a:pPr>
            <a:endParaRPr lang="en-US" sz="2000" dirty="0">
              <a:latin typeface="Consolas" panose="020B0609020204030204" pitchFamily="49" charset="0"/>
            </a:endParaRPr>
          </a:p>
        </p:txBody>
      </p:sp>
      <p:sp>
        <p:nvSpPr>
          <p:cNvPr id="8" name="Tekstfelt 7">
            <a:extLst>
              <a:ext uri="{FF2B5EF4-FFF2-40B4-BE49-F238E27FC236}">
                <a16:creationId xmlns:a16="http://schemas.microsoft.com/office/drawing/2014/main" id="{115E8BF3-3438-4773-ADF3-F9DD426C367E}"/>
              </a:ext>
            </a:extLst>
          </p:cNvPr>
          <p:cNvSpPr txBox="1"/>
          <p:nvPr/>
        </p:nvSpPr>
        <p:spPr>
          <a:xfrm>
            <a:off x="587374" y="6324260"/>
            <a:ext cx="6094428" cy="338554"/>
          </a:xfrm>
          <a:prstGeom prst="rect">
            <a:avLst/>
          </a:prstGeom>
          <a:noFill/>
        </p:spPr>
        <p:txBody>
          <a:bodyPr wrap="square">
            <a:spAutoFit/>
          </a:bodyPr>
          <a:lstStyle/>
          <a:p>
            <a:r>
              <a:rPr lang="en-US" sz="1600" dirty="0">
                <a:latin typeface="Consolas" panose="020B0609020204030204" pitchFamily="49" charset="0"/>
                <a:hlinkClick r:id="rId2">
                  <a:extLst>
                    <a:ext uri="{A12FA001-AC4F-418D-AE19-62706E023703}">
                      <ahyp:hlinkClr xmlns:ahyp="http://schemas.microsoft.com/office/drawing/2018/hyperlinkcolor" val="tx"/>
                    </a:ext>
                  </a:extLst>
                </a:hlinkClick>
              </a:rPr>
              <a:t>https://www.tutorialspoint.com/enum-in-c</a:t>
            </a:r>
            <a:endParaRPr lang="en-US" sz="1600" dirty="0">
              <a:latin typeface="Consolas" panose="020B0609020204030204" pitchFamily="49" charset="0"/>
            </a:endParaRPr>
          </a:p>
        </p:txBody>
      </p:sp>
      <p:sp>
        <p:nvSpPr>
          <p:cNvPr id="7" name="TextBox 6">
            <a:extLst>
              <a:ext uri="{FF2B5EF4-FFF2-40B4-BE49-F238E27FC236}">
                <a16:creationId xmlns:a16="http://schemas.microsoft.com/office/drawing/2014/main" id="{BD704BBF-32AB-F8ED-3233-19FF26C4BCBA}"/>
              </a:ext>
            </a:extLst>
          </p:cNvPr>
          <p:cNvSpPr txBox="1"/>
          <p:nvPr/>
        </p:nvSpPr>
        <p:spPr>
          <a:xfrm>
            <a:off x="2592387" y="2476759"/>
            <a:ext cx="7007226" cy="3293209"/>
          </a:xfrm>
          <a:prstGeom prst="rect">
            <a:avLst/>
          </a:prstGeom>
          <a:solidFill>
            <a:schemeClr val="bg1">
              <a:lumMod val="95000"/>
            </a:schemeClr>
          </a:solidFill>
        </p:spPr>
        <p:txBody>
          <a:bodyPr wrap="square">
            <a:spAutoFit/>
          </a:bodyPr>
          <a:lstStyle/>
          <a:p>
            <a:pPr marL="228600" indent="-228600">
              <a:buFont typeface="+mj-lt"/>
              <a:buAutoNum type="arabicPeriod"/>
            </a:pPr>
            <a:r>
              <a:rPr lang="en-US" sz="1600" b="0" dirty="0">
                <a:solidFill>
                  <a:srgbClr val="808080"/>
                </a:solidFill>
                <a:effectLst/>
                <a:latin typeface="Consolas" panose="020B0609020204030204" pitchFamily="49" charset="0"/>
              </a:rPr>
              <a:t>#include</a:t>
            </a:r>
            <a:r>
              <a:rPr lang="en-US" sz="1600" b="0" dirty="0">
                <a:solidFill>
                  <a:srgbClr val="000000"/>
                </a:solidFill>
                <a:effectLst/>
                <a:latin typeface="Consolas" panose="020B0609020204030204" pitchFamily="49" charset="0"/>
              </a:rPr>
              <a:t> </a:t>
            </a:r>
            <a:r>
              <a:rPr lang="en-US" sz="1600" b="0" dirty="0">
                <a:solidFill>
                  <a:srgbClr val="E21F1F"/>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stdio.h</a:t>
            </a:r>
            <a:r>
              <a:rPr lang="en-US" sz="1600" b="0" dirty="0">
                <a:solidFill>
                  <a:srgbClr val="E21F1F"/>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Weekday </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Mon,Tue,Wed,Thur,Fri,Sat,Sun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dirty="0">
                <a:solidFill>
                  <a:srgbClr val="000000"/>
                </a:solidFill>
                <a:latin typeface="Consolas" panose="020B0609020204030204" pitchFamily="49" charset="0"/>
              </a:rPr>
              <a:t> </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enum</a:t>
            </a: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Weekday</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w</a:t>
            </a:r>
            <a:r>
              <a:rPr lang="en-US" sz="1600" b="0" dirty="0">
                <a:solidFill>
                  <a:srgbClr val="000000"/>
                </a:solidFill>
                <a:effectLst/>
                <a:latin typeface="Consolas" panose="020B0609020204030204" pitchFamily="49" charset="0"/>
              </a:rPr>
              <a:t> = </a:t>
            </a:r>
            <a:r>
              <a:rPr lang="en-US" sz="1600" dirty="0">
                <a:solidFill>
                  <a:srgbClr val="098658"/>
                </a:solidFill>
                <a:latin typeface="Consolas" panose="020B0609020204030204" pitchFamily="49" charset="0"/>
              </a:rPr>
              <a:t>7</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8000"/>
                </a:solidFill>
                <a:effectLst/>
                <a:latin typeface="Consolas" panose="020B0609020204030204" pitchFamily="49" charset="0"/>
              </a:rPr>
              <a:t>    /* Ensure that weekday is within Mon and Sun!*/</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w</a:t>
            </a:r>
            <a:r>
              <a:rPr lang="en-US" sz="1600" b="0" dirty="0">
                <a:solidFill>
                  <a:srgbClr val="000000"/>
                </a:solidFill>
                <a:effectLst/>
                <a:latin typeface="Consolas" panose="020B0609020204030204" pitchFamily="49" charset="0"/>
              </a:rPr>
              <a:t> &lt; Mon || </a:t>
            </a:r>
            <a:r>
              <a:rPr lang="en-US" sz="1600" b="0" dirty="0">
                <a:solidFill>
                  <a:srgbClr val="1F377F"/>
                </a:solidFill>
                <a:effectLst/>
                <a:latin typeface="Consolas" panose="020B0609020204030204" pitchFamily="49" charset="0"/>
              </a:rPr>
              <a:t>w</a:t>
            </a:r>
            <a:r>
              <a:rPr lang="en-US" sz="1600" b="0" dirty="0">
                <a:solidFill>
                  <a:srgbClr val="000000"/>
                </a:solidFill>
                <a:effectLst/>
                <a:latin typeface="Consolas" panose="020B0609020204030204" pitchFamily="49" charset="0"/>
              </a:rPr>
              <a:t> &gt; Sun){</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printf</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Error, w is not a Weekday</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printf</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Value of weekday: </a:t>
            </a:r>
            <a:r>
              <a:rPr lang="en-US" sz="1600" b="0" dirty="0">
                <a:solidFill>
                  <a:srgbClr val="1F377F"/>
                </a:solidFill>
                <a:effectLst/>
                <a:latin typeface="Consolas" panose="020B0609020204030204" pitchFamily="49" charset="0"/>
              </a:rPr>
              <a:t>%i</a:t>
            </a:r>
            <a:r>
              <a:rPr lang="en-US" sz="1600" b="0" dirty="0">
                <a:solidFill>
                  <a:srgbClr val="B776FB"/>
                </a:solidFill>
                <a:effectLst/>
                <a:latin typeface="Consolas" panose="020B0609020204030204" pitchFamily="49" charset="0"/>
              </a:rPr>
              <a:t>\n</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w</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15296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58BA7-E2A8-D9A7-9643-1996C046E662}"/>
              </a:ext>
            </a:extLst>
          </p:cNvPr>
          <p:cNvSpPr>
            <a:spLocks noGrp="1"/>
          </p:cNvSpPr>
          <p:nvPr>
            <p:ph type="sldNum" sz="quarter" idx="4"/>
          </p:nvPr>
        </p:nvSpPr>
        <p:spPr/>
        <p:txBody>
          <a:bodyPr/>
          <a:lstStyle/>
          <a:p>
            <a:fld id="{D8D877B3-D348-4611-9BDB-C5374591D951}" type="slidenum">
              <a:rPr lang="en-US" smtClean="0"/>
              <a:pPr/>
              <a:t>24</a:t>
            </a:fld>
            <a:endParaRPr lang="en-US" dirty="0"/>
          </a:p>
        </p:txBody>
      </p:sp>
      <p:sp>
        <p:nvSpPr>
          <p:cNvPr id="3" name="Title 2">
            <a:extLst>
              <a:ext uri="{FF2B5EF4-FFF2-40B4-BE49-F238E27FC236}">
                <a16:creationId xmlns:a16="http://schemas.microsoft.com/office/drawing/2014/main" id="{8C62D072-4340-B650-E111-8CDA209F9ACE}"/>
              </a:ext>
            </a:extLst>
          </p:cNvPr>
          <p:cNvSpPr>
            <a:spLocks noGrp="1"/>
          </p:cNvSpPr>
          <p:nvPr>
            <p:ph type="title"/>
          </p:nvPr>
        </p:nvSpPr>
        <p:spPr>
          <a:xfrm>
            <a:off x="587374" y="370290"/>
            <a:ext cx="9086347" cy="1474385"/>
          </a:xfrm>
        </p:spPr>
        <p:txBody>
          <a:bodyPr/>
          <a:lstStyle/>
          <a:p>
            <a:r>
              <a:rPr lang="da-DK" dirty="0" err="1"/>
              <a:t>Enum</a:t>
            </a:r>
            <a:r>
              <a:rPr lang="da-DK" dirty="0"/>
              <a:t> </a:t>
            </a:r>
            <a:r>
              <a:rPr lang="da-DK" dirty="0" err="1"/>
              <a:t>example</a:t>
            </a:r>
            <a:r>
              <a:rPr lang="da-DK" dirty="0"/>
              <a:t> with </a:t>
            </a:r>
            <a:r>
              <a:rPr lang="da-DK" dirty="0" err="1"/>
              <a:t>errr</a:t>
            </a:r>
            <a:r>
              <a:rPr lang="da-DK" dirty="0"/>
              <a:t> </a:t>
            </a:r>
            <a:r>
              <a:rPr lang="da-DK" dirty="0" err="1"/>
              <a:t>codes</a:t>
            </a:r>
            <a:endParaRPr lang="en-DK" dirty="0"/>
          </a:p>
        </p:txBody>
      </p:sp>
      <p:sp>
        <p:nvSpPr>
          <p:cNvPr id="7" name="TextBox 6">
            <a:extLst>
              <a:ext uri="{FF2B5EF4-FFF2-40B4-BE49-F238E27FC236}">
                <a16:creationId xmlns:a16="http://schemas.microsoft.com/office/drawing/2014/main" id="{F3C70F66-752C-B6E6-3E1F-A6AFB3F67AA4}"/>
              </a:ext>
            </a:extLst>
          </p:cNvPr>
          <p:cNvSpPr txBox="1"/>
          <p:nvPr/>
        </p:nvSpPr>
        <p:spPr>
          <a:xfrm>
            <a:off x="114299" y="2235016"/>
            <a:ext cx="11797055" cy="2308324"/>
          </a:xfrm>
          <a:prstGeom prst="rect">
            <a:avLst/>
          </a:prstGeom>
          <a:solidFill>
            <a:schemeClr val="bg1">
              <a:lumMod val="95000"/>
            </a:schemeClr>
          </a:solidFill>
        </p:spPr>
        <p:txBody>
          <a:bodyPr wrap="square">
            <a:spAutoFit/>
          </a:bodyPr>
          <a:lstStyle/>
          <a:p>
            <a:pPr marL="342900" indent="-342900">
              <a:buFont typeface="+mj-lt"/>
              <a:buAutoNum type="arabicPeriod"/>
            </a:pPr>
            <a:r>
              <a:rPr lang="en-US" sz="1200" b="0" dirty="0">
                <a:solidFill>
                  <a:srgbClr val="808080"/>
                </a:solidFill>
                <a:effectLst/>
                <a:latin typeface="Consolas" panose="020B0609020204030204" pitchFamily="49" charset="0"/>
              </a:rPr>
              <a:t>#include</a:t>
            </a:r>
            <a:r>
              <a:rPr lang="en-US" sz="1200" b="0" dirty="0">
                <a:solidFill>
                  <a:srgbClr val="000000"/>
                </a:solidFill>
                <a:effectLst/>
                <a:latin typeface="Consolas" panose="020B0609020204030204" pitchFamily="49" charset="0"/>
              </a:rPr>
              <a:t> </a:t>
            </a:r>
            <a:r>
              <a:rPr lang="en-US" sz="1200" b="0" dirty="0">
                <a:solidFill>
                  <a:srgbClr val="E21F1F"/>
                </a:solidFill>
                <a:effectLst/>
                <a:latin typeface="Consolas" panose="020B0609020204030204" pitchFamily="49" charset="0"/>
              </a:rPr>
              <a:t>&lt;</a:t>
            </a:r>
            <a:r>
              <a:rPr lang="en-US" sz="1200" b="0" dirty="0" err="1">
                <a:solidFill>
                  <a:srgbClr val="A31515"/>
                </a:solidFill>
                <a:effectLst/>
                <a:latin typeface="Consolas" panose="020B0609020204030204" pitchFamily="49" charset="0"/>
              </a:rPr>
              <a:t>stdio.h</a:t>
            </a:r>
            <a:r>
              <a:rPr lang="en-US" sz="1200" b="0" dirty="0">
                <a:solidFill>
                  <a:srgbClr val="E21F1F"/>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marL="342900" indent="-342900">
              <a:buFont typeface="+mj-lt"/>
              <a:buAutoNum type="arabicPeriod"/>
            </a:pPr>
            <a:r>
              <a:rPr lang="en-US" sz="1200" b="0" dirty="0" err="1">
                <a:solidFill>
                  <a:srgbClr val="0000FF"/>
                </a:solidFill>
                <a:effectLst/>
                <a:latin typeface="Consolas" panose="020B0609020204030204" pitchFamily="49" charset="0"/>
              </a:rPr>
              <a:t>enum</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status</a:t>
            </a:r>
            <a:r>
              <a:rPr lang="en-US" sz="1200" b="0" dirty="0">
                <a:solidFill>
                  <a:srgbClr val="000000"/>
                </a:solidFill>
                <a:effectLst/>
                <a:latin typeface="Consolas" panose="020B0609020204030204" pitchFamily="49" charset="0"/>
              </a:rPr>
              <a:t>{OK = </a:t>
            </a:r>
            <a:r>
              <a:rPr lang="en-US" sz="1200" b="0" dirty="0">
                <a:solidFill>
                  <a:srgbClr val="098658"/>
                </a:solidFill>
                <a:effectLst/>
                <a:latin typeface="Consolas" panose="020B0609020204030204" pitchFamily="49" charset="0"/>
              </a:rPr>
              <a:t>200</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BadRequest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400</a:t>
            </a:r>
            <a:r>
              <a:rPr lang="en-US" sz="1200" b="0" dirty="0">
                <a:solidFill>
                  <a:srgbClr val="000000"/>
                </a:solidFill>
                <a:effectLst/>
                <a:latin typeface="Consolas" panose="020B0609020204030204" pitchFamily="49" charset="0"/>
              </a:rPr>
              <a:t>, </a:t>
            </a:r>
          </a:p>
          <a:p>
            <a:pPr marL="342900" indent="-342900">
              <a:buFont typeface="+mj-lt"/>
              <a:buAutoNum type="arabicPeriod"/>
            </a:pPr>
            <a:r>
              <a:rPr lang="en-US" sz="1200" b="0" dirty="0">
                <a:solidFill>
                  <a:srgbClr val="000000"/>
                </a:solidFill>
                <a:effectLst/>
                <a:latin typeface="Consolas" panose="020B0609020204030204" pitchFamily="49" charset="0"/>
              </a:rPr>
              <a:t>            Unauthorized = </a:t>
            </a:r>
            <a:r>
              <a:rPr lang="en-US" sz="1200" b="0" dirty="0">
                <a:solidFill>
                  <a:srgbClr val="098658"/>
                </a:solidFill>
                <a:effectLst/>
                <a:latin typeface="Consolas" panose="020B0609020204030204" pitchFamily="49" charset="0"/>
              </a:rPr>
              <a:t>401</a:t>
            </a:r>
            <a:r>
              <a:rPr lang="en-US" sz="1200" b="0" dirty="0">
                <a:solidFill>
                  <a:srgbClr val="000000"/>
                </a:solidFill>
                <a:effectLst/>
                <a:latin typeface="Consolas" panose="020B0609020204030204" pitchFamily="49" charset="0"/>
              </a:rPr>
              <a:t>, Forbidden = </a:t>
            </a:r>
            <a:r>
              <a:rPr lang="en-US" sz="1200" b="0" dirty="0">
                <a:solidFill>
                  <a:srgbClr val="098658"/>
                </a:solidFill>
                <a:effectLst/>
                <a:latin typeface="Consolas" panose="020B0609020204030204" pitchFamily="49" charset="0"/>
              </a:rPr>
              <a:t>403</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NotFound</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404</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InternalServerError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500</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main</a:t>
            </a:r>
            <a:r>
              <a:rPr lang="en-US" sz="1200" b="0" dirty="0">
                <a:solidFill>
                  <a:srgbClr val="000000"/>
                </a:solidFill>
                <a:effectLst/>
                <a:latin typeface="Consolas" panose="020B0609020204030204" pitchFamily="49" charset="0"/>
              </a:rPr>
              <a:t>(){</a:t>
            </a:r>
          </a:p>
          <a:p>
            <a:pPr marL="342900" indent="-342900">
              <a:buFont typeface="+mj-lt"/>
              <a:buAutoNum type="arabicPeriod"/>
            </a:pPr>
            <a:endParaRPr lang="en-US" sz="1200" b="0" dirty="0">
              <a:solidFill>
                <a:srgbClr val="000000"/>
              </a:solidFill>
              <a:effectLst/>
              <a:latin typeface="Consolas" panose="020B0609020204030204" pitchFamily="49" charset="0"/>
            </a:endParaRPr>
          </a:p>
          <a:p>
            <a:pPr marL="342900" indent="-3429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0000FF"/>
                </a:solidFill>
                <a:effectLst/>
                <a:latin typeface="Consolas" panose="020B0609020204030204" pitchFamily="49" charset="0"/>
              </a:rPr>
              <a:t>enum</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status</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code</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InternalServerError</a:t>
            </a:r>
            <a:r>
              <a:rPr lang="en-US" sz="1200" b="0" dirty="0">
                <a:solidFill>
                  <a:srgbClr val="000000"/>
                </a:solidFill>
                <a:effectLst/>
                <a:latin typeface="Consolas" panose="020B0609020204030204" pitchFamily="49" charset="0"/>
              </a:rPr>
              <a:t>;</a:t>
            </a:r>
          </a:p>
          <a:p>
            <a:pPr marL="342900" indent="-342900">
              <a:buFont typeface="+mj-lt"/>
              <a:buAutoNum type="arabicPeriod"/>
            </a:pPr>
            <a:endParaRPr lang="en-US" sz="1200" b="0" dirty="0">
              <a:solidFill>
                <a:srgbClr val="000000"/>
              </a:solidFill>
              <a:effectLst/>
              <a:latin typeface="Consolas" panose="020B0609020204030204" pitchFamily="49" charset="0"/>
            </a:endParaRPr>
          </a:p>
          <a:p>
            <a:pPr marL="342900" indent="-342900">
              <a:buFont typeface="+mj-lt"/>
              <a:buAutoNum type="arabicPeriod"/>
            </a:pPr>
            <a:r>
              <a:rPr lang="en-US" sz="1200" b="0" dirty="0">
                <a:solidFill>
                  <a:srgbClr val="000000"/>
                </a:solidFill>
                <a:effectLst/>
                <a:latin typeface="Consolas" panose="020B0609020204030204" pitchFamily="49" charset="0"/>
              </a:rPr>
              <a:t>    </a:t>
            </a:r>
            <a:r>
              <a:rPr lang="en-US" sz="1200" b="0" dirty="0">
                <a:solidFill>
                  <a:srgbClr val="8F08C4"/>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a:solidFill>
                  <a:srgbClr val="1F377F"/>
                </a:solidFill>
                <a:effectLst/>
                <a:latin typeface="Consolas" panose="020B0609020204030204" pitchFamily="49" charset="0"/>
              </a:rPr>
              <a:t>code</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500</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        </a:t>
            </a:r>
            <a:r>
              <a:rPr lang="en-US" sz="1200" b="0" dirty="0" err="1">
                <a:solidFill>
                  <a:srgbClr val="74531F"/>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E21F1F"/>
                </a:solidFill>
                <a:effectLst/>
                <a:latin typeface="Consolas" panose="020B0609020204030204" pitchFamily="49" charset="0"/>
              </a:rPr>
              <a:t>"</a:t>
            </a:r>
            <a:r>
              <a:rPr lang="en-US" sz="1200" b="0" dirty="0">
                <a:solidFill>
                  <a:srgbClr val="A31515"/>
                </a:solidFill>
                <a:effectLst/>
                <a:latin typeface="Consolas" panose="020B0609020204030204" pitchFamily="49" charset="0"/>
              </a:rPr>
              <a:t>Internal Server Error has been encountered</a:t>
            </a:r>
            <a:r>
              <a:rPr lang="en-US" sz="1200" b="0" dirty="0">
                <a:solidFill>
                  <a:srgbClr val="E21F1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dirty="0">
                <a:solidFill>
                  <a:srgbClr val="000000"/>
                </a:solidFill>
                <a:latin typeface="Consolas" panose="020B0609020204030204" pitchFamily="49" charset="0"/>
              </a:rPr>
              <a:t> </a:t>
            </a:r>
          </a:p>
          <a:p>
            <a:pPr marL="342900" indent="-342900">
              <a:buFont typeface="+mj-lt"/>
              <a:buAutoNum type="arabicPeriod"/>
            </a:pPr>
            <a:r>
              <a:rPr lang="en-US" sz="1200" b="0" dirty="0">
                <a:solidFill>
                  <a:srgbClr val="8F08C4"/>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marL="342900" indent="-342900">
              <a:buFont typeface="+mj-lt"/>
              <a:buAutoNum type="arabicPeriod"/>
            </a:pP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00381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F1ED79-DA52-CA8E-312D-1A78B7E7B234}"/>
              </a:ext>
            </a:extLst>
          </p:cNvPr>
          <p:cNvSpPr>
            <a:spLocks noGrp="1"/>
          </p:cNvSpPr>
          <p:nvPr>
            <p:ph type="sldNum" sz="quarter" idx="4"/>
          </p:nvPr>
        </p:nvSpPr>
        <p:spPr/>
        <p:txBody>
          <a:bodyPr/>
          <a:lstStyle/>
          <a:p>
            <a:fld id="{D8D877B3-D348-4611-9BDB-C5374591D951}" type="slidenum">
              <a:rPr lang="en-US" smtClean="0"/>
              <a:pPr/>
              <a:t>25</a:t>
            </a:fld>
            <a:endParaRPr lang="en-US" dirty="0"/>
          </a:p>
        </p:txBody>
      </p:sp>
      <p:sp>
        <p:nvSpPr>
          <p:cNvPr id="3" name="Title 2">
            <a:extLst>
              <a:ext uri="{FF2B5EF4-FFF2-40B4-BE49-F238E27FC236}">
                <a16:creationId xmlns:a16="http://schemas.microsoft.com/office/drawing/2014/main" id="{CDC78ECE-3D9F-0964-5B4B-3760BE566DBF}"/>
              </a:ext>
            </a:extLst>
          </p:cNvPr>
          <p:cNvSpPr>
            <a:spLocks noGrp="1"/>
          </p:cNvSpPr>
          <p:nvPr>
            <p:ph type="title"/>
          </p:nvPr>
        </p:nvSpPr>
        <p:spPr>
          <a:xfrm>
            <a:off x="587374" y="370290"/>
            <a:ext cx="5956861" cy="1474385"/>
          </a:xfrm>
        </p:spPr>
        <p:txBody>
          <a:bodyPr/>
          <a:lstStyle/>
          <a:p>
            <a:r>
              <a:rPr lang="da-DK" dirty="0" err="1"/>
              <a:t>Enum</a:t>
            </a:r>
            <a:r>
              <a:rPr lang="da-DK" dirty="0"/>
              <a:t> </a:t>
            </a:r>
            <a:r>
              <a:rPr lang="da-DK" dirty="0" err="1"/>
              <a:t>Usecases</a:t>
            </a:r>
            <a:endParaRPr lang="en-DK" dirty="0"/>
          </a:p>
        </p:txBody>
      </p:sp>
      <p:sp>
        <p:nvSpPr>
          <p:cNvPr id="4" name="Text Placeholder 3">
            <a:extLst>
              <a:ext uri="{FF2B5EF4-FFF2-40B4-BE49-F238E27FC236}">
                <a16:creationId xmlns:a16="http://schemas.microsoft.com/office/drawing/2014/main" id="{2123031A-B3BD-45FF-CD74-E5F916708264}"/>
              </a:ext>
            </a:extLst>
          </p:cNvPr>
          <p:cNvSpPr>
            <a:spLocks noGrp="1"/>
          </p:cNvSpPr>
          <p:nvPr>
            <p:ph type="body" sz="quarter" idx="12"/>
          </p:nvPr>
        </p:nvSpPr>
        <p:spPr/>
        <p:txBody>
          <a:bodyPr/>
          <a:lstStyle/>
          <a:p>
            <a:pPr>
              <a:buFont typeface="Arial" panose="020B0604020202020204" pitchFamily="34" charset="0"/>
              <a:buChar char="•"/>
            </a:pPr>
            <a:r>
              <a:rPr lang="en-US" dirty="0" err="1"/>
              <a:t>Til</a:t>
            </a:r>
            <a:r>
              <a:rPr lang="en-US" dirty="0"/>
              <a:t> </a:t>
            </a:r>
            <a:r>
              <a:rPr lang="en-US" dirty="0" err="1"/>
              <a:t>specifikke</a:t>
            </a:r>
            <a:r>
              <a:rPr lang="en-US" dirty="0"/>
              <a:t> </a:t>
            </a:r>
            <a:r>
              <a:rPr lang="en-US" dirty="0" err="1"/>
              <a:t>konstanter</a:t>
            </a:r>
            <a:r>
              <a:rPr lang="en-US" dirty="0"/>
              <a:t>, </a:t>
            </a:r>
            <a:r>
              <a:rPr lang="en-US" dirty="0" err="1"/>
              <a:t>så</a:t>
            </a:r>
            <a:r>
              <a:rPr lang="en-US" dirty="0"/>
              <a:t> </a:t>
            </a:r>
            <a:r>
              <a:rPr lang="en-US" dirty="0" err="1"/>
              <a:t>som</a:t>
            </a:r>
            <a:r>
              <a:rPr lang="en-US" dirty="0"/>
              <a:t>: weekdays, months, directions, colors...</a:t>
            </a:r>
          </a:p>
          <a:p>
            <a:pPr lvl="1">
              <a:buFont typeface="Arial" panose="020B0604020202020204" pitchFamily="34" charset="0"/>
              <a:buChar char="•"/>
            </a:pPr>
            <a:r>
              <a:rPr lang="en-US" dirty="0" err="1"/>
              <a:t>Altså</a:t>
            </a:r>
            <a:r>
              <a:rPr lang="en-US" dirty="0"/>
              <a:t> </a:t>
            </a:r>
            <a:r>
              <a:rPr lang="en-US" dirty="0" err="1"/>
              <a:t>hvis</a:t>
            </a:r>
            <a:r>
              <a:rPr lang="en-US" dirty="0"/>
              <a:t> man </a:t>
            </a:r>
            <a:r>
              <a:rPr lang="en-US" dirty="0" err="1"/>
              <a:t>har</a:t>
            </a:r>
            <a:r>
              <a:rPr lang="en-US" dirty="0"/>
              <a:t> </a:t>
            </a:r>
            <a:r>
              <a:rPr lang="en-US" dirty="0" err="1"/>
              <a:t>en</a:t>
            </a:r>
            <a:r>
              <a:rPr lang="en-US" dirty="0"/>
              <a:t> samlet </a:t>
            </a:r>
            <a:r>
              <a:rPr lang="en-US" dirty="0" err="1"/>
              <a:t>kategori</a:t>
            </a:r>
            <a:r>
              <a:rPr lang="en-US" dirty="0"/>
              <a:t> </a:t>
            </a:r>
            <a:r>
              <a:rPr lang="en-US" dirty="0" err="1"/>
              <a:t>af</a:t>
            </a:r>
            <a:r>
              <a:rPr lang="en-US" dirty="0"/>
              <a:t> </a:t>
            </a:r>
            <a:r>
              <a:rPr lang="en-US" dirty="0" err="1"/>
              <a:t>variabler</a:t>
            </a:r>
            <a:endParaRPr lang="en-US" dirty="0"/>
          </a:p>
          <a:p>
            <a:pPr>
              <a:buFont typeface="Arial" panose="020B0604020202020204" pitchFamily="34" charset="0"/>
              <a:buChar char="•"/>
            </a:pPr>
            <a:r>
              <a:rPr lang="en-US" dirty="0"/>
              <a:t>Enums </a:t>
            </a:r>
            <a:r>
              <a:rPr lang="en-US" dirty="0" err="1"/>
              <a:t>benyttes</a:t>
            </a:r>
            <a:r>
              <a:rPr lang="en-US" dirty="0"/>
              <a:t> </a:t>
            </a:r>
            <a:r>
              <a:rPr lang="en-US" dirty="0" err="1"/>
              <a:t>til</a:t>
            </a:r>
            <a:r>
              <a:rPr lang="en-US" dirty="0"/>
              <a:t> flags, status codes, etc.</a:t>
            </a:r>
          </a:p>
          <a:p>
            <a:pPr>
              <a:buFont typeface="Arial" panose="020B0604020202020204" pitchFamily="34" charset="0"/>
              <a:buChar char="•"/>
            </a:pPr>
            <a:r>
              <a:rPr lang="en-US" dirty="0"/>
              <a:t>Enums er </a:t>
            </a:r>
            <a:r>
              <a:rPr lang="en-US" dirty="0" err="1"/>
              <a:t>gode</a:t>
            </a:r>
            <a:r>
              <a:rPr lang="en-US" dirty="0"/>
              <a:t> </a:t>
            </a:r>
            <a:r>
              <a:rPr lang="en-US" dirty="0" err="1"/>
              <a:t>til</a:t>
            </a:r>
            <a:r>
              <a:rPr lang="en-US" dirty="0"/>
              <a:t> switch-case statements i C.</a:t>
            </a:r>
          </a:p>
          <a:p>
            <a:pPr marL="0" indent="0">
              <a:buNone/>
            </a:pPr>
            <a:endParaRPr lang="en-DK" dirty="0"/>
          </a:p>
        </p:txBody>
      </p:sp>
    </p:spTree>
    <p:extLst>
      <p:ext uri="{BB962C8B-B14F-4D97-AF65-F5344CB8AC3E}">
        <p14:creationId xmlns:p14="http://schemas.microsoft.com/office/powerpoint/2010/main" val="249394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26</a:t>
            </a:fld>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latin typeface="Consolas" panose="020B0609020204030204" pitchFamily="49" charset="0"/>
              </a:rPr>
              <a:t>L</a:t>
            </a:r>
            <a:r>
              <a:rPr lang="da-DK" dirty="0" err="1">
                <a:latin typeface="Consolas" panose="020B0609020204030204" pitchFamily="49" charset="0"/>
              </a:rPr>
              <a:t>æringsmål</a:t>
            </a:r>
            <a:r>
              <a:rPr lang="da-DK" dirty="0">
                <a:latin typeface="Consolas" panose="020B0609020204030204" pitchFamily="49" charset="0"/>
              </a:rPr>
              <a:t> </a:t>
            </a:r>
            <a:r>
              <a:rPr lang="da-DK" dirty="0" err="1">
                <a:latin typeface="Consolas" panose="020B0609020204030204" pitchFamily="49" charset="0"/>
              </a:rPr>
              <a:t>idag</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5" y="2143359"/>
            <a:ext cx="6408988" cy="3752115"/>
          </a:xfrm>
        </p:spPr>
        <p:txBody>
          <a:bodyPr>
            <a:normAutofit/>
          </a:bodyPr>
          <a:lstStyle/>
          <a:p>
            <a:pPr marL="0" indent="0">
              <a:buNone/>
            </a:pPr>
            <a:r>
              <a:rPr lang="da-DK" b="1" u="sng" dirty="0">
                <a:latin typeface="Consolas" panose="020B0609020204030204" pitchFamily="49" charset="0"/>
              </a:rPr>
              <a:t>Viden om Avancerede datatyper i C</a:t>
            </a:r>
          </a:p>
          <a:p>
            <a:r>
              <a:rPr lang="da-DK" dirty="0" err="1">
                <a:latin typeface="Consolas" panose="020B0609020204030204" pitchFamily="49" charset="0"/>
              </a:rPr>
              <a:t>Structs</a:t>
            </a:r>
            <a:endParaRPr lang="da-DK" dirty="0">
              <a:latin typeface="Consolas" panose="020B0609020204030204" pitchFamily="49" charset="0"/>
            </a:endParaRPr>
          </a:p>
          <a:p>
            <a:r>
              <a:rPr lang="da-DK" dirty="0">
                <a:latin typeface="Consolas" panose="020B0609020204030204" pitchFamily="49" charset="0"/>
              </a:rPr>
              <a:t>Unions</a:t>
            </a:r>
          </a:p>
          <a:p>
            <a:r>
              <a:rPr lang="da-DK" dirty="0" err="1">
                <a:latin typeface="Consolas" panose="020B0609020204030204" pitchFamily="49" charset="0"/>
              </a:rPr>
              <a:t>Enumerate</a:t>
            </a:r>
            <a:endParaRPr lang="da-DK" dirty="0">
              <a:latin typeface="Consolas" panose="020B0609020204030204" pitchFamily="49" charset="0"/>
            </a:endParaRPr>
          </a:p>
          <a:p>
            <a:r>
              <a:rPr lang="da-DK" b="1" dirty="0" err="1">
                <a:latin typeface="Consolas" panose="020B0609020204030204" pitchFamily="49" charset="0"/>
              </a:rPr>
              <a:t>structures</a:t>
            </a:r>
            <a:r>
              <a:rPr lang="da-DK" b="1" dirty="0">
                <a:latin typeface="Consolas" panose="020B0609020204030204" pitchFamily="49" charset="0"/>
              </a:rPr>
              <a:t> og arrays</a:t>
            </a:r>
          </a:p>
          <a:p>
            <a:endParaRPr lang="da-DK" dirty="0">
              <a:latin typeface="Consolas" panose="020B0609020204030204" pitchFamily="49" charset="0"/>
            </a:endParaRPr>
          </a:p>
          <a:p>
            <a:endParaRPr lang="da-DK" dirty="0">
              <a:latin typeface="Consolas" panose="020B0609020204030204" pitchFamily="49" charset="0"/>
            </a:endParaRPr>
          </a:p>
          <a:p>
            <a:pPr marL="0" indent="0">
              <a:buNone/>
            </a:pPr>
            <a:endParaRPr lang="da-DK" dirty="0">
              <a:latin typeface="Consolas" panose="020B0609020204030204" pitchFamily="49" charset="0"/>
            </a:endParaRPr>
          </a:p>
          <a:p>
            <a:endParaRPr lang="da-DK" dirty="0">
              <a:latin typeface="Consolas" panose="020B0609020204030204" pitchFamily="49" charset="0"/>
            </a:endParaRPr>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4036097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133E08-9C60-402C-3A97-D98A145B988E}"/>
              </a:ext>
            </a:extLst>
          </p:cNvPr>
          <p:cNvSpPr>
            <a:spLocks noGrp="1"/>
          </p:cNvSpPr>
          <p:nvPr>
            <p:ph type="sldNum" sz="quarter" idx="4"/>
          </p:nvPr>
        </p:nvSpPr>
        <p:spPr/>
        <p:txBody>
          <a:bodyPr/>
          <a:lstStyle/>
          <a:p>
            <a:fld id="{D8D877B3-D348-4611-9BDB-C5374591D951}" type="slidenum">
              <a:rPr lang="en-US" smtClean="0"/>
              <a:pPr/>
              <a:t>27</a:t>
            </a:fld>
            <a:endParaRPr lang="en-US" dirty="0"/>
          </a:p>
        </p:txBody>
      </p:sp>
      <p:sp>
        <p:nvSpPr>
          <p:cNvPr id="6" name="Title 5">
            <a:extLst>
              <a:ext uri="{FF2B5EF4-FFF2-40B4-BE49-F238E27FC236}">
                <a16:creationId xmlns:a16="http://schemas.microsoft.com/office/drawing/2014/main" id="{C845F9DF-F2DD-A4BA-7586-6031D4F59742}"/>
              </a:ext>
            </a:extLst>
          </p:cNvPr>
          <p:cNvSpPr>
            <a:spLocks noGrp="1"/>
          </p:cNvSpPr>
          <p:nvPr>
            <p:ph type="title"/>
          </p:nvPr>
        </p:nvSpPr>
        <p:spPr/>
        <p:txBody>
          <a:bodyPr/>
          <a:lstStyle/>
          <a:p>
            <a:r>
              <a:rPr lang="da-DK" dirty="0" err="1"/>
              <a:t>Struct</a:t>
            </a:r>
            <a:r>
              <a:rPr lang="da-DK" dirty="0"/>
              <a:t> and array</a:t>
            </a:r>
            <a:endParaRPr lang="en-DK" dirty="0"/>
          </a:p>
        </p:txBody>
      </p:sp>
      <p:sp>
        <p:nvSpPr>
          <p:cNvPr id="9" name="TextBox 8">
            <a:extLst>
              <a:ext uri="{FF2B5EF4-FFF2-40B4-BE49-F238E27FC236}">
                <a16:creationId xmlns:a16="http://schemas.microsoft.com/office/drawing/2014/main" id="{CAA8D1AF-1875-9C47-9E7E-677AE78823B1}"/>
              </a:ext>
            </a:extLst>
          </p:cNvPr>
          <p:cNvSpPr txBox="1"/>
          <p:nvPr/>
        </p:nvSpPr>
        <p:spPr>
          <a:xfrm>
            <a:off x="1460500" y="1200021"/>
            <a:ext cx="8674494" cy="4770537"/>
          </a:xfrm>
          <a:prstGeom prst="rect">
            <a:avLst/>
          </a:prstGeom>
          <a:solidFill>
            <a:schemeClr val="bg1">
              <a:lumMod val="95000"/>
            </a:schemeClr>
          </a:solidFill>
        </p:spPr>
        <p:txBody>
          <a:bodyPr wrap="square">
            <a:spAutoFit/>
          </a:bodyPr>
          <a:lstStyle/>
          <a:p>
            <a:pPr marL="228600" indent="-228600">
              <a:buFont typeface="+mj-lt"/>
              <a:buAutoNum type="arabicPeriod"/>
            </a:pPr>
            <a:r>
              <a:rPr lang="en-US" sz="1600" b="0" dirty="0">
                <a:solidFill>
                  <a:srgbClr val="AF00DB"/>
                </a:solidFill>
                <a:effectLst/>
                <a:latin typeface="Consolas" panose="020B0609020204030204" pitchFamily="49" charset="0"/>
              </a:rPr>
              <a:t>#include</a:t>
            </a:r>
            <a:r>
              <a:rPr lang="en-US" sz="1600" b="0" dirty="0">
                <a:solidFill>
                  <a:srgbClr val="0000FF"/>
                </a:solidFill>
                <a:effectLst/>
                <a:latin typeface="Consolas" panose="020B0609020204030204" pitchFamily="49" charset="0"/>
              </a:rPr>
              <a:t> </a:t>
            </a:r>
            <a:r>
              <a:rPr lang="en-US" sz="1600" b="0" dirty="0">
                <a:solidFill>
                  <a:srgbClr val="A31515"/>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stdio.h</a:t>
            </a:r>
            <a:r>
              <a:rPr lang="en-US" sz="1600" b="0" dirty="0">
                <a:solidFill>
                  <a:srgbClr val="A31515"/>
                </a:solidFill>
                <a:effectLst/>
                <a:latin typeface="Consolas" panose="020B0609020204030204" pitchFamily="49" charset="0"/>
              </a:rPr>
              <a:t>&gt;</a:t>
            </a:r>
            <a:r>
              <a:rPr lang="en-US" sz="1600" b="0" dirty="0">
                <a:solidFill>
                  <a:srgbClr val="0000FF"/>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t>
            </a:r>
            <a:r>
              <a:rPr lang="en-US" sz="1600" b="0" dirty="0" err="1">
                <a:solidFill>
                  <a:srgbClr val="008000"/>
                </a:solidFill>
                <a:effectLst/>
                <a:latin typeface="Consolas" panose="020B0609020204030204" pitchFamily="49" charset="0"/>
              </a:rPr>
              <a:t>printf</a:t>
            </a:r>
            <a:r>
              <a:rPr lang="en-US" sz="1600" b="0" dirty="0">
                <a:solidFill>
                  <a:srgbClr val="008000"/>
                </a:solidFill>
                <a:effectLst/>
                <a:latin typeface="Consolas" panose="020B0609020204030204" pitchFamily="49" charset="0"/>
              </a:rPr>
              <a:t> */</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AF00DB"/>
                </a:solidFill>
                <a:effectLst/>
                <a:latin typeface="Consolas" panose="020B0609020204030204" pitchFamily="49" charset="0"/>
              </a:rPr>
              <a:t>#include</a:t>
            </a:r>
            <a:r>
              <a:rPr lang="en-US" sz="1600" b="0" dirty="0">
                <a:solidFill>
                  <a:srgbClr val="0000FF"/>
                </a:solidFill>
                <a:effectLst/>
                <a:latin typeface="Consolas" panose="020B0609020204030204" pitchFamily="49" charset="0"/>
              </a:rPr>
              <a:t> </a:t>
            </a:r>
            <a:r>
              <a:rPr lang="en-US" sz="1600" b="0" dirty="0">
                <a:solidFill>
                  <a:srgbClr val="A31515"/>
                </a:solidFill>
                <a:effectLst/>
                <a:latin typeface="Consolas" panose="020B0609020204030204" pitchFamily="49" charset="0"/>
              </a:rPr>
              <a:t>&lt;</a:t>
            </a:r>
            <a:r>
              <a:rPr lang="en-US" sz="1600" b="0" dirty="0" err="1">
                <a:solidFill>
                  <a:srgbClr val="A31515"/>
                </a:solidFill>
                <a:effectLst/>
                <a:latin typeface="Consolas" panose="020B0609020204030204" pitchFamily="49" charset="0"/>
              </a:rPr>
              <a:t>math.h</a:t>
            </a:r>
            <a:r>
              <a:rPr lang="en-US" sz="1600" b="0" dirty="0">
                <a:solidFill>
                  <a:srgbClr val="A31515"/>
                </a:solidFill>
                <a:effectLst/>
                <a:latin typeface="Consolas" panose="020B0609020204030204" pitchFamily="49" charset="0"/>
              </a:rPr>
              <a:t>&gt;</a:t>
            </a:r>
            <a:r>
              <a:rPr lang="en-US" sz="1600" b="0" dirty="0">
                <a:solidFill>
                  <a:srgbClr val="0000FF"/>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t>
            </a:r>
            <a:r>
              <a:rPr lang="en-US" sz="1600" b="0" dirty="0" err="1">
                <a:solidFill>
                  <a:srgbClr val="008000"/>
                </a:solidFill>
                <a:effectLst/>
                <a:latin typeface="Consolas" panose="020B0609020204030204" pitchFamily="49" charset="0"/>
              </a:rPr>
              <a:t>fmod</a:t>
            </a:r>
            <a:r>
              <a:rPr lang="en-US" sz="1600" b="0" dirty="0">
                <a:solidFill>
                  <a:srgbClr val="008000"/>
                </a:solidFill>
                <a:effectLst/>
                <a:latin typeface="Consolas" panose="020B0609020204030204" pitchFamily="49" charset="0"/>
              </a:rPr>
              <a:t> */</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r>
              <a:rPr lang="en-US" sz="1600" b="0" dirty="0" err="1">
                <a:solidFill>
                  <a:srgbClr val="267F99"/>
                </a:solidFill>
                <a:effectLst/>
                <a:latin typeface="Consolas" panose="020B0609020204030204" pitchFamily="49" charset="0"/>
              </a:rPr>
              <a:t>DistanceImperial</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ft</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float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endParaRPr lang="en-US" sz="1600" dirty="0">
              <a:solidFill>
                <a:srgbClr val="000000"/>
              </a:solidFill>
              <a:latin typeface="Consolas" panose="020B0609020204030204" pitchFamily="49" charset="0"/>
            </a:endParaRPr>
          </a:p>
          <a:p>
            <a:pPr marL="228600" indent="-228600">
              <a:buFont typeface="+mj-lt"/>
              <a:buAutoNum type="arabicPeriod"/>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r>
              <a:rPr lang="en-US" sz="1600" b="0" dirty="0" err="1">
                <a:solidFill>
                  <a:srgbClr val="267F99"/>
                </a:solidFill>
                <a:effectLst/>
                <a:latin typeface="Consolas" panose="020B0609020204030204" pitchFamily="49" charset="0"/>
              </a:rPr>
              <a:t>DistanceImperial</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3</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13</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11.1</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13</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4.1</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dirty="0">
                <a:solidFill>
                  <a:srgbClr val="000000"/>
                </a:solidFill>
                <a:latin typeface="Consolas" panose="020B0609020204030204" pitchFamily="49" charset="0"/>
              </a:rPr>
              <a:t>    </a:t>
            </a:r>
            <a:r>
              <a:rPr lang="en-US" sz="1600" b="0" dirty="0">
                <a:solidFill>
                  <a:srgbClr val="008000"/>
                </a:solidFill>
                <a:effectLst/>
                <a:latin typeface="Consolas" panose="020B0609020204030204" pitchFamily="49" charset="0"/>
              </a:rPr>
              <a:t>// add distances together. </a:t>
            </a:r>
            <a:r>
              <a:rPr lang="en-US" sz="1600" dirty="0">
                <a:solidFill>
                  <a:srgbClr val="008000"/>
                </a:solidFill>
                <a:latin typeface="Consolas" panose="020B0609020204030204" pitchFamily="49" charset="0"/>
              </a:rPr>
              <a:t>(Same as before)</a:t>
            </a:r>
            <a:endParaRPr lang="en-US" sz="1600" b="0" dirty="0">
              <a:solidFill>
                <a:srgbClr val="000000"/>
              </a:solidFill>
              <a:effectLst/>
              <a:latin typeface="Consolas" panose="020B0609020204030204" pitchFamily="49" charset="0"/>
            </a:endParaRP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float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inches</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feet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ft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ft</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inches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12</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r>
              <a:rPr lang="en-US" sz="1600" b="0" dirty="0" err="1">
                <a:solidFill>
                  <a:srgbClr val="267F99"/>
                </a:solidFill>
                <a:effectLst/>
                <a:latin typeface="Consolas" panose="020B0609020204030204" pitchFamily="49" charset="0"/>
              </a:rPr>
              <a:t>DistanceImperial</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ft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feet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fmod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inches</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12.0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98658"/>
                </a:solidFill>
                <a:effectLst/>
                <a:latin typeface="Consolas" panose="020B0609020204030204" pitchFamily="49" charset="0"/>
              </a:rPr>
              <a:t>3</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distances</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printf</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"distances[</a:t>
            </a:r>
            <a:r>
              <a:rPr lang="en-US" sz="1600" b="0" dirty="0">
                <a:solidFill>
                  <a:srgbClr val="00108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i</a:t>
            </a:r>
            <a:r>
              <a:rPr lang="en-US" sz="1600" b="0" dirty="0">
                <a:solidFill>
                  <a:srgbClr val="A31515"/>
                </a:solidFill>
                <a:effectLst/>
                <a:latin typeface="Consolas" panose="020B0609020204030204" pitchFamily="49" charset="0"/>
              </a:rPr>
              <a:t>]: </a:t>
            </a:r>
            <a:r>
              <a:rPr lang="en-US" sz="1600" b="0" dirty="0">
                <a:solidFill>
                  <a:srgbClr val="00108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i</a:t>
            </a:r>
            <a:r>
              <a:rPr lang="en-US" sz="1600" b="0" dirty="0">
                <a:solidFill>
                  <a:srgbClr val="A31515"/>
                </a:solidFill>
                <a:effectLst/>
                <a:latin typeface="Consolas" panose="020B0609020204030204" pitchFamily="49" charset="0"/>
              </a:rPr>
              <a:t> ft, </a:t>
            </a:r>
            <a:r>
              <a:rPr lang="en-US" sz="1600" b="0" dirty="0">
                <a:solidFill>
                  <a:srgbClr val="001080"/>
                </a:solidFill>
                <a:effectLst/>
                <a:latin typeface="Consolas" panose="020B0609020204030204" pitchFamily="49" charset="0"/>
              </a:rPr>
              <a:t>%f</a:t>
            </a:r>
            <a:r>
              <a:rPr lang="en-US" sz="1600" b="0" dirty="0">
                <a:solidFill>
                  <a:srgbClr val="A31515"/>
                </a:solidFill>
                <a:effectLst/>
                <a:latin typeface="Consolas" panose="020B0609020204030204" pitchFamily="49" charset="0"/>
              </a:rPr>
              <a:t> in</a:t>
            </a:r>
            <a:r>
              <a:rPr lang="en-US" sz="1600" b="0" dirty="0">
                <a:solidFill>
                  <a:srgbClr val="EE0000"/>
                </a:solidFill>
                <a:effectLst/>
                <a:latin typeface="Consolas" panose="020B0609020204030204" pitchFamily="49" charset="0"/>
              </a:rPr>
              <a:t>\n</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d</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ft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in</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    } </a:t>
            </a:r>
            <a:endParaRPr lang="en-US" sz="1600" dirty="0">
              <a:solidFill>
                <a:srgbClr val="000000"/>
              </a:solidFill>
              <a:latin typeface="Consolas" panose="020B0609020204030204" pitchFamily="49" charset="0"/>
            </a:endParaRPr>
          </a:p>
          <a:p>
            <a:pPr marL="228600" indent="-228600">
              <a:buFont typeface="+mj-lt"/>
              <a:buAutoNum type="arabicPeriod"/>
            </a:pP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marL="228600" indent="-228600">
              <a:buFont typeface="+mj-lt"/>
              <a:buAutoNum type="arabicPeriod"/>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41239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FFEE25-F9CA-D04D-FD56-1919E3F9BFA5}"/>
              </a:ext>
            </a:extLst>
          </p:cNvPr>
          <p:cNvSpPr>
            <a:spLocks noGrp="1"/>
          </p:cNvSpPr>
          <p:nvPr>
            <p:ph type="body" sz="quarter" idx="17"/>
          </p:nvPr>
        </p:nvSpPr>
        <p:spPr/>
        <p:txBody>
          <a:bodyPr/>
          <a:lstStyle/>
          <a:p>
            <a:endParaRPr lang="en-DK"/>
          </a:p>
        </p:txBody>
      </p:sp>
      <p:sp>
        <p:nvSpPr>
          <p:cNvPr id="3" name="Slide Number Placeholder 2">
            <a:extLst>
              <a:ext uri="{FF2B5EF4-FFF2-40B4-BE49-F238E27FC236}">
                <a16:creationId xmlns:a16="http://schemas.microsoft.com/office/drawing/2014/main" id="{C1AA654E-AC16-9586-97C3-9C10CB480392}"/>
              </a:ext>
            </a:extLst>
          </p:cNvPr>
          <p:cNvSpPr>
            <a:spLocks noGrp="1"/>
          </p:cNvSpPr>
          <p:nvPr>
            <p:ph type="sldNum" sz="quarter" idx="10"/>
          </p:nvPr>
        </p:nvSpPr>
        <p:spPr/>
        <p:txBody>
          <a:bodyPr/>
          <a:lstStyle/>
          <a:p>
            <a:fld id="{D8D877B3-D348-4611-9BDB-C5374591D951}" type="slidenum">
              <a:rPr lang="en-US" smtClean="0"/>
              <a:pPr/>
              <a:t>28</a:t>
            </a:fld>
            <a:endParaRPr lang="en-US" dirty="0"/>
          </a:p>
        </p:txBody>
      </p:sp>
      <p:sp>
        <p:nvSpPr>
          <p:cNvPr id="4" name="Title 3">
            <a:extLst>
              <a:ext uri="{FF2B5EF4-FFF2-40B4-BE49-F238E27FC236}">
                <a16:creationId xmlns:a16="http://schemas.microsoft.com/office/drawing/2014/main" id="{E0FD82A0-6584-B567-90E9-7479FB00A5C2}"/>
              </a:ext>
            </a:extLst>
          </p:cNvPr>
          <p:cNvSpPr>
            <a:spLocks noGrp="1"/>
          </p:cNvSpPr>
          <p:nvPr>
            <p:ph type="title"/>
          </p:nvPr>
        </p:nvSpPr>
        <p:spPr/>
        <p:txBody>
          <a:bodyPr/>
          <a:lstStyle/>
          <a:p>
            <a:r>
              <a:rPr lang="da-DK" dirty="0"/>
              <a:t>Opgaver</a:t>
            </a:r>
            <a:br>
              <a:rPr lang="da-DK" dirty="0"/>
            </a:br>
            <a:endParaRPr lang="en-DK" dirty="0"/>
          </a:p>
        </p:txBody>
      </p:sp>
    </p:spTree>
    <p:extLst>
      <p:ext uri="{BB962C8B-B14F-4D97-AF65-F5344CB8AC3E}">
        <p14:creationId xmlns:p14="http://schemas.microsoft.com/office/powerpoint/2010/main" val="2262100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A41D32E-A5AF-4F48-B6CF-A29DE7E0DF50}"/>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29</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5057D9DE-C38B-4D18-815C-6F652D17D41C}"/>
              </a:ext>
            </a:extLst>
          </p:cNvPr>
          <p:cNvSpPr>
            <a:spLocks noGrp="1"/>
          </p:cNvSpPr>
          <p:nvPr>
            <p:ph type="title"/>
          </p:nvPr>
        </p:nvSpPr>
        <p:spPr>
          <a:xfrm>
            <a:off x="587374" y="370290"/>
            <a:ext cx="10405449" cy="1474385"/>
          </a:xfrm>
        </p:spPr>
        <p:txBody>
          <a:bodyPr/>
          <a:lstStyle/>
          <a:p>
            <a:r>
              <a:rPr lang="en-US" dirty="0" err="1">
                <a:latin typeface="Consolas" panose="020B0609020204030204" pitchFamily="49" charset="0"/>
              </a:rPr>
              <a:t>Opgave</a:t>
            </a:r>
            <a:r>
              <a:rPr lang="en-US" dirty="0">
                <a:latin typeface="Consolas" panose="020B0609020204030204" pitchFamily="49" charset="0"/>
              </a:rPr>
              <a:t>: </a:t>
            </a:r>
            <a:r>
              <a:rPr lang="da-DK" dirty="0" err="1">
                <a:latin typeface="Consolas" panose="020B0609020204030204" pitchFamily="49" charset="0"/>
              </a:rPr>
              <a:t>example_timemodule</a:t>
            </a:r>
            <a:br>
              <a:rPr lang="en-US" dirty="0">
                <a:latin typeface="Consolas" panose="020B0609020204030204" pitchFamily="49" charset="0"/>
              </a:rPr>
            </a:br>
            <a:r>
              <a:rPr lang="da-DK" dirty="0" err="1">
                <a:latin typeface="Consolas" panose="020B0609020204030204" pitchFamily="49" charset="0"/>
              </a:rPr>
              <a:t>ctime</a:t>
            </a:r>
            <a:br>
              <a:rPr lang="da-DK" dirty="0">
                <a:latin typeface="Consolas" panose="020B0609020204030204" pitchFamily="49" charset="0"/>
              </a:rPr>
            </a:br>
            <a:endParaRPr lang="en-US" dirty="0">
              <a:latin typeface="Consolas" panose="020B0609020204030204" pitchFamily="49" charset="0"/>
            </a:endParaRPr>
          </a:p>
        </p:txBody>
      </p:sp>
      <p:sp>
        <p:nvSpPr>
          <p:cNvPr id="5" name="Pladsholder til tekst 3">
            <a:extLst>
              <a:ext uri="{FF2B5EF4-FFF2-40B4-BE49-F238E27FC236}">
                <a16:creationId xmlns:a16="http://schemas.microsoft.com/office/drawing/2014/main" id="{8298025D-B850-4D0E-9A64-A0C16F9B265B}"/>
              </a:ext>
            </a:extLst>
          </p:cNvPr>
          <p:cNvSpPr>
            <a:spLocks noGrp="1"/>
          </p:cNvSpPr>
          <p:nvPr>
            <p:ph type="body" sz="quarter" idx="12"/>
          </p:nvPr>
        </p:nvSpPr>
        <p:spPr>
          <a:xfrm>
            <a:off x="587375" y="1844675"/>
            <a:ext cx="11224324" cy="4136674"/>
          </a:xfrm>
        </p:spPr>
        <p:txBody>
          <a:bodyPr>
            <a:normAutofit/>
          </a:bodyPr>
          <a:lstStyle/>
          <a:p>
            <a:pPr marL="0" indent="0">
              <a:lnSpc>
                <a:spcPct val="100000"/>
              </a:lnSpc>
              <a:buNone/>
            </a:pPr>
            <a:r>
              <a:rPr lang="da-DK" sz="1400" dirty="0">
                <a:latin typeface="Consolas" panose="020B0609020204030204" pitchFamily="49" charset="0"/>
              </a:rPr>
              <a:t>Lav et program som beskriver hvornår tidstælleren i C startede. Svar på følgende spørgsmål:</a:t>
            </a:r>
          </a:p>
          <a:p>
            <a:pPr marL="342900" indent="-342900">
              <a:lnSpc>
                <a:spcPct val="100000"/>
              </a:lnSpc>
              <a:buFont typeface="+mj-lt"/>
              <a:buAutoNum type="arabicPeriod"/>
            </a:pPr>
            <a:r>
              <a:rPr lang="da-DK" sz="1400" dirty="0">
                <a:latin typeface="Consolas" panose="020B0609020204030204" pitchFamily="49" charset="0"/>
              </a:rPr>
              <a:t>Hvor mange bytes fylder </a:t>
            </a:r>
            <a:r>
              <a:rPr lang="da-DK" sz="1400" dirty="0" err="1">
                <a:latin typeface="Consolas" panose="020B0609020204030204" pitchFamily="49" charset="0"/>
              </a:rPr>
              <a:t>struct</a:t>
            </a:r>
            <a:r>
              <a:rPr lang="da-DK" sz="1400" dirty="0">
                <a:latin typeface="Consolas" panose="020B0609020204030204" pitchFamily="49" charset="0"/>
              </a:rPr>
              <a:t> </a:t>
            </a:r>
            <a:r>
              <a:rPr lang="da-DK" sz="1400" dirty="0" err="1">
                <a:latin typeface="Consolas" panose="020B0609020204030204" pitchFamily="49" charset="0"/>
              </a:rPr>
              <a:t>tm</a:t>
            </a:r>
            <a:r>
              <a:rPr lang="da-DK" sz="1400" dirty="0">
                <a:latin typeface="Consolas" panose="020B0609020204030204" pitchFamily="49" charset="0"/>
              </a:rPr>
              <a:t>?</a:t>
            </a:r>
            <a:endParaRPr lang="da-DK" sz="1400" b="1" dirty="0">
              <a:latin typeface="Consolas" panose="020B0609020204030204" pitchFamily="49" charset="0"/>
            </a:endParaRPr>
          </a:p>
          <a:p>
            <a:pPr marL="342900" indent="-342900">
              <a:lnSpc>
                <a:spcPct val="100000"/>
              </a:lnSpc>
              <a:buFont typeface="+mj-lt"/>
              <a:buAutoNum type="arabicPeriod"/>
            </a:pPr>
            <a:r>
              <a:rPr lang="da-DK" sz="1400" dirty="0">
                <a:latin typeface="Consolas" panose="020B0609020204030204" pitchFamily="49" charset="0"/>
              </a:rPr>
              <a:t>Hvornår (dato og klokkeslæt) startede tidstælleren </a:t>
            </a:r>
            <a:r>
              <a:rPr lang="da-DK" sz="1400" dirty="0" err="1">
                <a:latin typeface="Consolas" panose="020B0609020204030204" pitchFamily="49" charset="0"/>
              </a:rPr>
              <a:t>time_t</a:t>
            </a:r>
            <a:r>
              <a:rPr lang="da-DK" sz="1400" dirty="0">
                <a:latin typeface="Consolas" panose="020B0609020204030204" pitchFamily="49" charset="0"/>
              </a:rPr>
              <a:t>? </a:t>
            </a:r>
          </a:p>
          <a:p>
            <a:pPr marL="681038" lvl="1" indent="-342900">
              <a:lnSpc>
                <a:spcPct val="100000"/>
              </a:lnSpc>
              <a:buFont typeface="+mj-lt"/>
              <a:buAutoNum type="arabicPeriod"/>
            </a:pPr>
            <a:r>
              <a:rPr lang="da-DK" sz="1200" dirty="0">
                <a:latin typeface="Consolas" panose="020B0609020204030204" pitchFamily="49" charset="0"/>
              </a:rPr>
              <a:t>Hint: Hvad gør funktionen </a:t>
            </a:r>
            <a:r>
              <a:rPr lang="da-DK" sz="1200" dirty="0" err="1">
                <a:latin typeface="Consolas" panose="020B0609020204030204" pitchFamily="49" charset="0"/>
              </a:rPr>
              <a:t>ctime</a:t>
            </a:r>
            <a:r>
              <a:rPr lang="da-DK" sz="1200" dirty="0">
                <a:latin typeface="Consolas" panose="020B0609020204030204" pitchFamily="49" charset="0"/>
              </a:rPr>
              <a:t>? </a:t>
            </a:r>
          </a:p>
          <a:p>
            <a:pPr marL="342900" indent="-342900">
              <a:lnSpc>
                <a:spcPct val="100000"/>
              </a:lnSpc>
              <a:buFont typeface="+mj-lt"/>
              <a:buAutoNum type="arabicPeriod"/>
            </a:pPr>
            <a:endParaRPr lang="da-DK" sz="1400" dirty="0">
              <a:latin typeface="Consolas" panose="020B0609020204030204" pitchFamily="49" charset="0"/>
            </a:endParaRPr>
          </a:p>
          <a:p>
            <a:pPr marL="0" indent="0">
              <a:lnSpc>
                <a:spcPct val="100000"/>
              </a:lnSpc>
              <a:buNone/>
            </a:pPr>
            <a:r>
              <a:rPr lang="da-DK" sz="1400" b="1" dirty="0">
                <a:latin typeface="Consolas" panose="020B0609020204030204" pitchFamily="49" charset="0"/>
              </a:rPr>
              <a:t>Fremgangsmåde:</a:t>
            </a:r>
          </a:p>
          <a:p>
            <a:pPr marL="342900" indent="-342900">
              <a:lnSpc>
                <a:spcPct val="100000"/>
              </a:lnSpc>
              <a:buAutoNum type="arabicPeriod"/>
            </a:pPr>
            <a:r>
              <a:rPr lang="da-DK" sz="1400" dirty="0">
                <a:latin typeface="Consolas" panose="020B0609020204030204" pitchFamily="49" charset="0"/>
              </a:rPr>
              <a:t>Lav et program </a:t>
            </a:r>
            <a:r>
              <a:rPr lang="da-DK" sz="1400" dirty="0" err="1">
                <a:latin typeface="Consolas" panose="020B0609020204030204" pitchFamily="49" charset="0"/>
              </a:rPr>
              <a:t>example_timemodule.c</a:t>
            </a:r>
            <a:endParaRPr lang="da-DK" sz="1400" dirty="0">
              <a:latin typeface="Consolas" panose="020B0609020204030204" pitchFamily="49" charset="0"/>
            </a:endParaRPr>
          </a:p>
          <a:p>
            <a:pPr marL="342900" indent="-342900">
              <a:lnSpc>
                <a:spcPct val="100000"/>
              </a:lnSpc>
              <a:buAutoNum type="arabicPeriod"/>
            </a:pPr>
            <a:r>
              <a:rPr lang="da-DK" sz="1400" dirty="0">
                <a:latin typeface="Consolas" panose="020B0609020204030204" pitchFamily="49" charset="0"/>
              </a:rPr>
              <a:t>Find ud af, samt importer det </a:t>
            </a:r>
            <a:r>
              <a:rPr lang="da-DK" sz="1400" dirty="0" err="1">
                <a:latin typeface="Consolas" panose="020B0609020204030204" pitchFamily="49" charset="0"/>
              </a:rPr>
              <a:t>library</a:t>
            </a:r>
            <a:r>
              <a:rPr lang="da-DK" sz="1400" dirty="0">
                <a:latin typeface="Consolas" panose="020B0609020204030204" pitchFamily="49" charset="0"/>
              </a:rPr>
              <a:t> hvor du kan finde datatypen </a:t>
            </a:r>
            <a:r>
              <a:rPr lang="da-DK" sz="1400" dirty="0" err="1">
                <a:latin typeface="Consolas" panose="020B0609020204030204" pitchFamily="49" charset="0"/>
              </a:rPr>
              <a:t>tm</a:t>
            </a:r>
            <a:r>
              <a:rPr lang="da-DK" sz="1400" dirty="0">
                <a:latin typeface="Consolas" panose="020B0609020204030204" pitchFamily="49" charset="0"/>
              </a:rPr>
              <a:t>, </a:t>
            </a:r>
            <a:r>
              <a:rPr lang="da-DK" sz="1400" dirty="0" err="1">
                <a:latin typeface="Consolas" panose="020B0609020204030204" pitchFamily="49" charset="0"/>
              </a:rPr>
              <a:t>time_t</a:t>
            </a:r>
            <a:r>
              <a:rPr lang="da-DK" sz="1400" dirty="0">
                <a:latin typeface="Consolas" panose="020B0609020204030204" pitchFamily="49" charset="0"/>
              </a:rPr>
              <a:t>, samt funktionerne </a:t>
            </a:r>
            <a:r>
              <a:rPr lang="da-DK" sz="1400" dirty="0" err="1">
                <a:latin typeface="Consolas" panose="020B0609020204030204" pitchFamily="49" charset="0"/>
              </a:rPr>
              <a:t>asctime</a:t>
            </a:r>
            <a:r>
              <a:rPr lang="da-DK" sz="1400" dirty="0">
                <a:latin typeface="Consolas" panose="020B0609020204030204" pitchFamily="49" charset="0"/>
              </a:rPr>
              <a:t> og </a:t>
            </a:r>
            <a:r>
              <a:rPr lang="da-DK" sz="1400" dirty="0" err="1"/>
              <a:t>ctime</a:t>
            </a:r>
            <a:endParaRPr lang="da-DK" sz="1400" dirty="0"/>
          </a:p>
          <a:p>
            <a:pPr marL="681038" lvl="1" indent="-342900">
              <a:lnSpc>
                <a:spcPct val="100000"/>
              </a:lnSpc>
              <a:buAutoNum type="arabicPeriod"/>
            </a:pPr>
            <a:r>
              <a:rPr lang="da-DK" sz="1200" dirty="0">
                <a:latin typeface="Consolas" panose="020B0609020204030204" pitchFamily="49" charset="0"/>
              </a:rPr>
              <a:t>Hint: cs50 manual</a:t>
            </a:r>
          </a:p>
          <a:p>
            <a:pPr marL="342900" indent="-342900">
              <a:lnSpc>
                <a:spcPct val="100000"/>
              </a:lnSpc>
              <a:buAutoNum type="arabicPeriod"/>
            </a:pPr>
            <a:r>
              <a:rPr lang="da-DK" sz="1400" dirty="0">
                <a:latin typeface="Consolas" panose="020B0609020204030204" pitchFamily="49" charset="0"/>
              </a:rPr>
              <a:t>Definer en variabel '</a:t>
            </a:r>
            <a:r>
              <a:rPr lang="da-DK" sz="1400" dirty="0" err="1">
                <a:latin typeface="Consolas" panose="020B0609020204030204" pitchFamily="49" charset="0"/>
              </a:rPr>
              <a:t>time_t</a:t>
            </a:r>
            <a:r>
              <a:rPr lang="da-DK" sz="1400" dirty="0">
                <a:latin typeface="Consolas" panose="020B0609020204030204" pitchFamily="49" charset="0"/>
              </a:rPr>
              <a:t> </a:t>
            </a:r>
            <a:r>
              <a:rPr lang="da-DK" sz="1400" dirty="0" err="1">
                <a:latin typeface="Consolas" panose="020B0609020204030204" pitchFamily="49" charset="0"/>
              </a:rPr>
              <a:t>epoch</a:t>
            </a:r>
            <a:r>
              <a:rPr lang="da-DK" sz="1400" dirty="0">
                <a:latin typeface="Consolas" panose="020B0609020204030204" pitchFamily="49" charset="0"/>
              </a:rPr>
              <a:t> = 0;'</a:t>
            </a:r>
          </a:p>
          <a:p>
            <a:pPr marL="342900" indent="-342900">
              <a:lnSpc>
                <a:spcPct val="100000"/>
              </a:lnSpc>
              <a:buAutoNum type="arabicPeriod"/>
            </a:pPr>
            <a:r>
              <a:rPr lang="da-DK" sz="1400" dirty="0">
                <a:latin typeface="Consolas" panose="020B0609020204030204" pitchFamily="49" charset="0"/>
              </a:rPr>
              <a:t>Print antal bytes som </a:t>
            </a:r>
            <a:r>
              <a:rPr lang="da-DK" sz="1400" dirty="0" err="1">
                <a:latin typeface="Consolas" panose="020B0609020204030204" pitchFamily="49" charset="0"/>
              </a:rPr>
              <a:t>struct</a:t>
            </a:r>
            <a:r>
              <a:rPr lang="da-DK" sz="1400" dirty="0">
                <a:latin typeface="Consolas" panose="020B0609020204030204" pitchFamily="49" charset="0"/>
              </a:rPr>
              <a:t> </a:t>
            </a:r>
            <a:r>
              <a:rPr lang="da-DK" sz="1400" dirty="0" err="1">
                <a:latin typeface="Consolas" panose="020B0609020204030204" pitchFamily="49" charset="0"/>
              </a:rPr>
              <a:t>tm</a:t>
            </a:r>
            <a:r>
              <a:rPr lang="da-DK" sz="1400" dirty="0">
                <a:latin typeface="Consolas" panose="020B0609020204030204" pitchFamily="49" charset="0"/>
              </a:rPr>
              <a:t> indeholder (</a:t>
            </a:r>
            <a:r>
              <a:rPr lang="da-DK" sz="1200" dirty="0">
                <a:latin typeface="Consolas" panose="020B0609020204030204" pitchFamily="49" charset="0"/>
              </a:rPr>
              <a:t>Hint: </a:t>
            </a:r>
            <a:r>
              <a:rPr lang="da-DK" sz="1200" dirty="0" err="1">
                <a:latin typeface="Consolas" panose="020B0609020204030204" pitchFamily="49" charset="0"/>
              </a:rPr>
              <a:t>sizeof</a:t>
            </a:r>
            <a:r>
              <a:rPr lang="da-DK" sz="1200" dirty="0">
                <a:latin typeface="Consolas" panose="020B0609020204030204" pitchFamily="49" charset="0"/>
              </a:rPr>
              <a:t>)</a:t>
            </a:r>
          </a:p>
          <a:p>
            <a:pPr marL="342900" indent="-342900">
              <a:lnSpc>
                <a:spcPct val="100000"/>
              </a:lnSpc>
              <a:buAutoNum type="arabicPeriod"/>
            </a:pPr>
            <a:r>
              <a:rPr lang="da-DK" sz="1400" dirty="0">
                <a:latin typeface="Consolas" panose="020B0609020204030204" pitchFamily="49" charset="0"/>
              </a:rPr>
              <a:t>Benyt print output fra </a:t>
            </a:r>
            <a:r>
              <a:rPr lang="da-DK" sz="1400" dirty="0" err="1">
                <a:latin typeface="Consolas" panose="020B0609020204030204" pitchFamily="49" charset="0"/>
              </a:rPr>
              <a:t>ctime</a:t>
            </a:r>
            <a:r>
              <a:rPr lang="da-DK" sz="1400" dirty="0">
                <a:latin typeface="Consolas" panose="020B0609020204030204" pitchFamily="49" charset="0"/>
              </a:rPr>
              <a:t>(&amp;</a:t>
            </a:r>
            <a:r>
              <a:rPr lang="da-DK" sz="1400" dirty="0" err="1">
                <a:latin typeface="Consolas" panose="020B0609020204030204" pitchFamily="49" charset="0"/>
              </a:rPr>
              <a:t>epoch</a:t>
            </a:r>
            <a:r>
              <a:rPr lang="da-DK" sz="1400" dirty="0">
                <a:latin typeface="Consolas" panose="020B0609020204030204" pitchFamily="49" charset="0"/>
              </a:rPr>
              <a:t>) til terminalen</a:t>
            </a:r>
            <a:endParaRPr lang="da-DK" dirty="0"/>
          </a:p>
          <a:p>
            <a:pPr marL="0" indent="0">
              <a:lnSpc>
                <a:spcPct val="100000"/>
              </a:lnSpc>
              <a:buNone/>
            </a:pPr>
            <a:endParaRPr lang="da-DK" sz="1400" dirty="0">
              <a:latin typeface="Consolas" panose="020B0609020204030204" pitchFamily="49" charset="0"/>
            </a:endParaRPr>
          </a:p>
          <a:p>
            <a:pPr marL="342900" indent="-342900">
              <a:lnSpc>
                <a:spcPct val="100000"/>
              </a:lnSpc>
              <a:buAutoNum type="arabicPeriod"/>
            </a:pPr>
            <a:endParaRPr lang="da-DK" sz="1400" dirty="0">
              <a:latin typeface="Consolas" panose="020B0609020204030204" pitchFamily="49" charset="0"/>
            </a:endParaRPr>
          </a:p>
          <a:p>
            <a:pPr marL="342900" indent="-342900">
              <a:lnSpc>
                <a:spcPct val="100000"/>
              </a:lnSpc>
              <a:buAutoNum type="arabicPeriod"/>
            </a:pPr>
            <a:endParaRPr lang="da-DK" sz="1400" b="1" dirty="0">
              <a:latin typeface="Consolas" panose="020B0609020204030204" pitchFamily="49" charset="0"/>
            </a:endParaRPr>
          </a:p>
        </p:txBody>
      </p:sp>
    </p:spTree>
    <p:extLst>
      <p:ext uri="{BB962C8B-B14F-4D97-AF65-F5344CB8AC3E}">
        <p14:creationId xmlns:p14="http://schemas.microsoft.com/office/powerpoint/2010/main" val="3662016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A41D32E-A5AF-4F48-B6CF-A29DE7E0DF50}"/>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30</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5057D9DE-C38B-4D18-815C-6F652D17D41C}"/>
              </a:ext>
            </a:extLst>
          </p:cNvPr>
          <p:cNvSpPr>
            <a:spLocks noGrp="1"/>
          </p:cNvSpPr>
          <p:nvPr>
            <p:ph type="title"/>
          </p:nvPr>
        </p:nvSpPr>
        <p:spPr>
          <a:xfrm>
            <a:off x="587374" y="370290"/>
            <a:ext cx="10405449" cy="1474385"/>
          </a:xfrm>
        </p:spPr>
        <p:txBody>
          <a:bodyPr/>
          <a:lstStyle/>
          <a:p>
            <a:r>
              <a:rPr lang="en-US" dirty="0" err="1">
                <a:latin typeface="Consolas" panose="020B0609020204030204" pitchFamily="49" charset="0"/>
              </a:rPr>
              <a:t>Opgave</a:t>
            </a:r>
            <a:r>
              <a:rPr lang="en-US" dirty="0">
                <a:latin typeface="Consolas" panose="020B0609020204030204" pitchFamily="49" charset="0"/>
              </a:rPr>
              <a:t>: </a:t>
            </a:r>
            <a:r>
              <a:rPr lang="da-DK" dirty="0" err="1">
                <a:latin typeface="Consolas" panose="020B0609020204030204" pitchFamily="49" charset="0"/>
              </a:rPr>
              <a:t>example_timemodule</a:t>
            </a:r>
            <a:br>
              <a:rPr lang="en-US" dirty="0">
                <a:latin typeface="Consolas" panose="020B0609020204030204" pitchFamily="49" charset="0"/>
              </a:rPr>
            </a:br>
            <a:r>
              <a:rPr lang="da-DK" dirty="0" err="1">
                <a:latin typeface="Consolas" panose="020B0609020204030204" pitchFamily="49" charset="0"/>
              </a:rPr>
              <a:t>ctime</a:t>
            </a:r>
            <a:br>
              <a:rPr lang="da-DK" dirty="0">
                <a:latin typeface="Consolas" panose="020B0609020204030204" pitchFamily="49" charset="0"/>
              </a:rPr>
            </a:br>
            <a:endParaRPr lang="en-US" dirty="0">
              <a:latin typeface="Consolas" panose="020B0609020204030204" pitchFamily="49" charset="0"/>
            </a:endParaRPr>
          </a:p>
        </p:txBody>
      </p:sp>
      <p:sp>
        <p:nvSpPr>
          <p:cNvPr id="5" name="Pladsholder til tekst 3">
            <a:extLst>
              <a:ext uri="{FF2B5EF4-FFF2-40B4-BE49-F238E27FC236}">
                <a16:creationId xmlns:a16="http://schemas.microsoft.com/office/drawing/2014/main" id="{8298025D-B850-4D0E-9A64-A0C16F9B265B}"/>
              </a:ext>
            </a:extLst>
          </p:cNvPr>
          <p:cNvSpPr>
            <a:spLocks noGrp="1"/>
          </p:cNvSpPr>
          <p:nvPr>
            <p:ph type="body" sz="quarter" idx="12"/>
          </p:nvPr>
        </p:nvSpPr>
        <p:spPr>
          <a:xfrm>
            <a:off x="587375" y="1844675"/>
            <a:ext cx="11224324" cy="4136674"/>
          </a:xfrm>
        </p:spPr>
        <p:txBody>
          <a:bodyPr>
            <a:normAutofit/>
          </a:bodyPr>
          <a:lstStyle/>
          <a:p>
            <a:pPr marL="0" indent="0">
              <a:lnSpc>
                <a:spcPct val="100000"/>
              </a:lnSpc>
              <a:buNone/>
            </a:pPr>
            <a:r>
              <a:rPr lang="da-DK" sz="1400" dirty="0">
                <a:latin typeface="Consolas" panose="020B0609020204030204" pitchFamily="49" charset="0"/>
              </a:rPr>
              <a:t>Svar på følgende spørgsmål:</a:t>
            </a:r>
          </a:p>
          <a:p>
            <a:pPr>
              <a:lnSpc>
                <a:spcPct val="100000"/>
              </a:lnSpc>
              <a:buFont typeface="Arial" panose="020B0604020202020204" pitchFamily="34" charset="0"/>
              <a:buChar char="•"/>
            </a:pPr>
            <a:r>
              <a:rPr lang="da-DK" sz="1400" dirty="0">
                <a:latin typeface="Consolas" panose="020B0609020204030204" pitchFamily="49" charset="0"/>
              </a:rPr>
              <a:t>Hvor mange bytes fylder </a:t>
            </a:r>
            <a:r>
              <a:rPr lang="da-DK" sz="1400" dirty="0" err="1">
                <a:latin typeface="Consolas" panose="020B0609020204030204" pitchFamily="49" charset="0"/>
              </a:rPr>
              <a:t>struct</a:t>
            </a:r>
            <a:r>
              <a:rPr lang="da-DK" sz="1400" dirty="0">
                <a:latin typeface="Consolas" panose="020B0609020204030204" pitchFamily="49" charset="0"/>
              </a:rPr>
              <a:t> </a:t>
            </a:r>
            <a:r>
              <a:rPr lang="da-DK" sz="1400" dirty="0" err="1">
                <a:latin typeface="Consolas" panose="020B0609020204030204" pitchFamily="49" charset="0"/>
              </a:rPr>
              <a:t>tm</a:t>
            </a:r>
            <a:r>
              <a:rPr lang="da-DK" sz="1400" dirty="0">
                <a:latin typeface="Consolas" panose="020B0609020204030204" pitchFamily="49" charset="0"/>
              </a:rPr>
              <a:t>?</a:t>
            </a:r>
            <a:r>
              <a:rPr lang="da-DK" sz="1400" b="1" dirty="0">
                <a:latin typeface="Consolas" panose="020B0609020204030204" pitchFamily="49" charset="0"/>
              </a:rPr>
              <a:t>- 36byte (9 </a:t>
            </a:r>
            <a:r>
              <a:rPr lang="da-DK" sz="1400" b="1" dirty="0" err="1">
                <a:latin typeface="Consolas" panose="020B0609020204030204" pitchFamily="49" charset="0"/>
              </a:rPr>
              <a:t>integers</a:t>
            </a:r>
            <a:r>
              <a:rPr lang="da-DK" sz="1400" b="1" dirty="0">
                <a:latin typeface="Consolas" panose="020B0609020204030204" pitchFamily="49" charset="0"/>
              </a:rPr>
              <a:t>)</a:t>
            </a:r>
          </a:p>
          <a:p>
            <a:pPr>
              <a:lnSpc>
                <a:spcPct val="100000"/>
              </a:lnSpc>
              <a:buFont typeface="Arial" panose="020B0604020202020204" pitchFamily="34" charset="0"/>
              <a:buChar char="•"/>
            </a:pPr>
            <a:r>
              <a:rPr lang="da-DK" sz="1400" dirty="0">
                <a:latin typeface="Consolas" panose="020B0609020204030204" pitchFamily="49" charset="0"/>
              </a:rPr>
              <a:t>Hvornår startede tidstælleren </a:t>
            </a:r>
            <a:r>
              <a:rPr lang="da-DK" sz="1400" dirty="0" err="1">
                <a:latin typeface="Consolas" panose="020B0609020204030204" pitchFamily="49" charset="0"/>
              </a:rPr>
              <a:t>time_t</a:t>
            </a:r>
            <a:r>
              <a:rPr lang="da-DK" sz="1400" dirty="0">
                <a:latin typeface="Consolas" panose="020B0609020204030204" pitchFamily="49" charset="0"/>
              </a:rPr>
              <a:t>? </a:t>
            </a:r>
            <a:r>
              <a:rPr lang="da-DK" sz="1400" b="1" dirty="0">
                <a:latin typeface="Consolas" panose="020B0609020204030204" pitchFamily="49" charset="0"/>
              </a:rPr>
              <a:t>- </a:t>
            </a:r>
            <a:r>
              <a:rPr lang="en-US" sz="1400" b="1" dirty="0">
                <a:latin typeface="Consolas" panose="020B0609020204030204" pitchFamily="49" charset="0"/>
              </a:rPr>
              <a:t>00:00 hours, Jan 1, 1970 UTC (i.e., a </a:t>
            </a:r>
            <a:r>
              <a:rPr lang="en-US" sz="1400" b="1" i="1" dirty="0" err="1">
                <a:latin typeface="Consolas" panose="020B0609020204030204" pitchFamily="49" charset="0"/>
              </a:rPr>
              <a:t>unix</a:t>
            </a:r>
            <a:r>
              <a:rPr lang="en-US" sz="1400" b="1" i="1" dirty="0">
                <a:latin typeface="Consolas" panose="020B0609020204030204" pitchFamily="49" charset="0"/>
              </a:rPr>
              <a:t> timestamp</a:t>
            </a:r>
            <a:r>
              <a:rPr lang="en-US" sz="1400" b="1" dirty="0">
                <a:latin typeface="Consolas" panose="020B0609020204030204" pitchFamily="49" charset="0"/>
              </a:rPr>
              <a:t>)</a:t>
            </a:r>
          </a:p>
          <a:p>
            <a:pPr lvl="1">
              <a:lnSpc>
                <a:spcPct val="100000"/>
              </a:lnSpc>
              <a:buFont typeface="Arial" panose="020B0604020202020204" pitchFamily="34" charset="0"/>
              <a:buChar char="•"/>
            </a:pPr>
            <a:r>
              <a:rPr lang="da-DK" sz="1200" dirty="0">
                <a:latin typeface="Consolas" panose="020B0609020204030204" pitchFamily="49" charset="0"/>
              </a:rPr>
              <a:t>Hvad gør funktionen </a:t>
            </a:r>
            <a:r>
              <a:rPr lang="da-DK" sz="1200" dirty="0" err="1">
                <a:latin typeface="Consolas" panose="020B0609020204030204" pitchFamily="49" charset="0"/>
              </a:rPr>
              <a:t>ctime</a:t>
            </a:r>
            <a:r>
              <a:rPr lang="da-DK" sz="1200" dirty="0">
                <a:latin typeface="Consolas" panose="020B0609020204030204" pitchFamily="49" charset="0"/>
              </a:rPr>
              <a:t>? – </a:t>
            </a:r>
            <a:r>
              <a:rPr lang="da-DK" sz="1200" b="1" dirty="0">
                <a:latin typeface="Consolas" panose="020B0609020204030204" pitchFamily="49" charset="0"/>
              </a:rPr>
              <a:t>en læsbar </a:t>
            </a:r>
            <a:r>
              <a:rPr lang="da-DK" sz="1200" b="1" dirty="0" err="1">
                <a:latin typeface="Consolas" panose="020B0609020204030204" pitchFamily="49" charset="0"/>
              </a:rPr>
              <a:t>string</a:t>
            </a:r>
            <a:r>
              <a:rPr lang="da-DK" sz="1200" b="1" dirty="0">
                <a:latin typeface="Consolas" panose="020B0609020204030204" pitchFamily="49" charset="0"/>
              </a:rPr>
              <a:t> for datoen, som er </a:t>
            </a:r>
            <a:r>
              <a:rPr lang="da-DK" sz="1200" b="1" dirty="0" err="1">
                <a:latin typeface="Consolas" panose="020B0609020204030204" pitchFamily="49" charset="0"/>
              </a:rPr>
              <a:t>representeret</a:t>
            </a:r>
            <a:r>
              <a:rPr lang="da-DK" sz="1200" b="1" dirty="0">
                <a:latin typeface="Consolas" panose="020B0609020204030204" pitchFamily="49" charset="0"/>
              </a:rPr>
              <a:t> af </a:t>
            </a:r>
            <a:r>
              <a:rPr lang="da-DK" sz="1200" b="1" dirty="0" err="1">
                <a:latin typeface="Consolas" panose="020B0609020204030204" pitchFamily="49" charset="0"/>
              </a:rPr>
              <a:t>time_t</a:t>
            </a:r>
            <a:endParaRPr lang="da-DK" sz="1200" b="1" dirty="0">
              <a:latin typeface="Consolas" panose="020B0609020204030204" pitchFamily="49" charset="0"/>
            </a:endParaRPr>
          </a:p>
          <a:p>
            <a:pPr marL="0" indent="0">
              <a:buNone/>
            </a:pPr>
            <a:r>
              <a:rPr lang="da-DK" sz="1400" dirty="0">
                <a:latin typeface="Consolas" panose="020B0609020204030204" pitchFamily="49" charset="0"/>
              </a:rPr>
              <a:t>File: </a:t>
            </a:r>
            <a:r>
              <a:rPr lang="da-DK" sz="1400" dirty="0" err="1">
                <a:latin typeface="Consolas" panose="020B0609020204030204" pitchFamily="49" charset="0"/>
              </a:rPr>
              <a:t>example_timemodule.c</a:t>
            </a:r>
            <a:endParaRPr lang="da-DK" sz="1400" dirty="0">
              <a:latin typeface="Consolas" panose="020B0609020204030204" pitchFamily="49" charset="0"/>
            </a:endParaRPr>
          </a:p>
        </p:txBody>
      </p:sp>
      <p:sp>
        <p:nvSpPr>
          <p:cNvPr id="16" name="TextBox 15">
            <a:extLst>
              <a:ext uri="{FF2B5EF4-FFF2-40B4-BE49-F238E27FC236}">
                <a16:creationId xmlns:a16="http://schemas.microsoft.com/office/drawing/2014/main" id="{0640CC85-D19C-F45A-1789-5850F7DD8FD3}"/>
              </a:ext>
            </a:extLst>
          </p:cNvPr>
          <p:cNvSpPr txBox="1"/>
          <p:nvPr/>
        </p:nvSpPr>
        <p:spPr>
          <a:xfrm>
            <a:off x="5242607" y="3741566"/>
            <a:ext cx="6097280" cy="2068515"/>
          </a:xfrm>
          <a:prstGeom prst="rect">
            <a:avLst/>
          </a:prstGeom>
          <a:solidFill>
            <a:schemeClr val="accent1"/>
          </a:solidFill>
        </p:spPr>
        <p:txBody>
          <a:bodyPr wrap="square">
            <a:spAutoFit/>
          </a:bodyPr>
          <a:lstStyle/>
          <a:p>
            <a:pPr>
              <a:lnSpc>
                <a:spcPts val="1425"/>
              </a:lnSpc>
              <a:buNone/>
            </a:pPr>
            <a:r>
              <a:rPr lang="da-DK" sz="1200" b="0" dirty="0">
                <a:solidFill>
                  <a:srgbClr val="C586C0"/>
                </a:solidFill>
                <a:effectLst/>
                <a:latin typeface="Consolas" panose="020B0609020204030204" pitchFamily="49" charset="0"/>
              </a:rPr>
              <a:t>#include</a:t>
            </a:r>
            <a:r>
              <a:rPr lang="da-DK" sz="1200" b="0" dirty="0">
                <a:solidFill>
                  <a:srgbClr val="569CD6"/>
                </a:solidFill>
                <a:effectLst/>
                <a:latin typeface="Consolas" panose="020B0609020204030204" pitchFamily="49" charset="0"/>
              </a:rPr>
              <a:t> </a:t>
            </a:r>
            <a:r>
              <a:rPr lang="da-DK" sz="1200" b="0" dirty="0">
                <a:solidFill>
                  <a:srgbClr val="CE9178"/>
                </a:solidFill>
                <a:effectLst/>
                <a:latin typeface="Consolas" panose="020B0609020204030204" pitchFamily="49" charset="0"/>
              </a:rPr>
              <a:t>&lt;</a:t>
            </a:r>
            <a:r>
              <a:rPr lang="da-DK" sz="1200" b="0" dirty="0" err="1">
                <a:solidFill>
                  <a:srgbClr val="CE9178"/>
                </a:solidFill>
                <a:effectLst/>
                <a:latin typeface="Consolas" panose="020B0609020204030204" pitchFamily="49" charset="0"/>
              </a:rPr>
              <a:t>stdio.h</a:t>
            </a:r>
            <a:r>
              <a:rPr lang="da-DK" sz="1200" b="0" dirty="0">
                <a:solidFill>
                  <a:srgbClr val="CE9178"/>
                </a:solidFill>
                <a:effectLst/>
                <a:latin typeface="Consolas" panose="020B0609020204030204" pitchFamily="49" charset="0"/>
              </a:rPr>
              <a:t>&gt;</a:t>
            </a:r>
            <a:endParaRPr lang="da-DK" sz="1200" b="0" dirty="0">
              <a:solidFill>
                <a:srgbClr val="CCCCCC"/>
              </a:solidFill>
              <a:effectLst/>
              <a:latin typeface="Consolas" panose="020B0609020204030204" pitchFamily="49" charset="0"/>
            </a:endParaRPr>
          </a:p>
          <a:p>
            <a:pPr>
              <a:lnSpc>
                <a:spcPts val="1425"/>
              </a:lnSpc>
              <a:buNone/>
            </a:pPr>
            <a:r>
              <a:rPr lang="da-DK" sz="1200" b="0" dirty="0">
                <a:solidFill>
                  <a:srgbClr val="C586C0"/>
                </a:solidFill>
                <a:effectLst/>
                <a:latin typeface="Consolas" panose="020B0609020204030204" pitchFamily="49" charset="0"/>
              </a:rPr>
              <a:t>#include</a:t>
            </a:r>
            <a:r>
              <a:rPr lang="da-DK" sz="1200" b="0" dirty="0">
                <a:solidFill>
                  <a:srgbClr val="569CD6"/>
                </a:solidFill>
                <a:effectLst/>
                <a:latin typeface="Consolas" panose="020B0609020204030204" pitchFamily="49" charset="0"/>
              </a:rPr>
              <a:t> </a:t>
            </a:r>
            <a:r>
              <a:rPr lang="da-DK" sz="1200" b="0" dirty="0">
                <a:solidFill>
                  <a:srgbClr val="CE9178"/>
                </a:solidFill>
                <a:effectLst/>
                <a:latin typeface="Consolas" panose="020B0609020204030204" pitchFamily="49" charset="0"/>
              </a:rPr>
              <a:t>&lt;</a:t>
            </a:r>
            <a:r>
              <a:rPr lang="da-DK" sz="1200" b="0" dirty="0" err="1">
                <a:solidFill>
                  <a:srgbClr val="CE9178"/>
                </a:solidFill>
                <a:effectLst/>
                <a:latin typeface="Consolas" panose="020B0609020204030204" pitchFamily="49" charset="0"/>
              </a:rPr>
              <a:t>time.h</a:t>
            </a:r>
            <a:r>
              <a:rPr lang="da-DK" sz="1200" b="0" dirty="0">
                <a:solidFill>
                  <a:srgbClr val="CE9178"/>
                </a:solidFill>
                <a:effectLst/>
                <a:latin typeface="Consolas" panose="020B0609020204030204" pitchFamily="49" charset="0"/>
              </a:rPr>
              <a:t>&gt;</a:t>
            </a:r>
            <a:endParaRPr lang="da-DK" sz="1200" b="0" dirty="0">
              <a:solidFill>
                <a:srgbClr val="CCCCCC"/>
              </a:solidFill>
              <a:effectLst/>
              <a:latin typeface="Consolas" panose="020B0609020204030204" pitchFamily="49" charset="0"/>
            </a:endParaRPr>
          </a:p>
          <a:p>
            <a:pPr>
              <a:lnSpc>
                <a:spcPts val="1425"/>
              </a:lnSpc>
              <a:buNone/>
            </a:pPr>
            <a:r>
              <a:rPr lang="da-DK" sz="1200" b="0" dirty="0">
                <a:solidFill>
                  <a:srgbClr val="C586C0"/>
                </a:solidFill>
                <a:effectLst/>
                <a:latin typeface="Consolas" panose="020B0609020204030204" pitchFamily="49" charset="0"/>
              </a:rPr>
              <a:t>#include</a:t>
            </a:r>
            <a:r>
              <a:rPr lang="da-DK" sz="1200" b="0" dirty="0">
                <a:solidFill>
                  <a:srgbClr val="569CD6"/>
                </a:solidFill>
                <a:effectLst/>
                <a:latin typeface="Consolas" panose="020B0609020204030204" pitchFamily="49" charset="0"/>
              </a:rPr>
              <a:t> </a:t>
            </a:r>
            <a:r>
              <a:rPr lang="da-DK" sz="1200" b="0" dirty="0">
                <a:solidFill>
                  <a:srgbClr val="CE9178"/>
                </a:solidFill>
                <a:effectLst/>
                <a:latin typeface="Consolas" panose="020B0609020204030204" pitchFamily="49" charset="0"/>
              </a:rPr>
              <a:t>&lt;</a:t>
            </a:r>
            <a:r>
              <a:rPr lang="da-DK" sz="1200" b="0" dirty="0" err="1">
                <a:solidFill>
                  <a:srgbClr val="CE9178"/>
                </a:solidFill>
                <a:effectLst/>
                <a:latin typeface="Consolas" panose="020B0609020204030204" pitchFamily="49" charset="0"/>
              </a:rPr>
              <a:t>stdint.h</a:t>
            </a:r>
            <a:r>
              <a:rPr lang="da-DK" sz="1200" b="0" dirty="0">
                <a:solidFill>
                  <a:srgbClr val="CE9178"/>
                </a:solidFill>
                <a:effectLst/>
                <a:latin typeface="Consolas" panose="020B0609020204030204" pitchFamily="49" charset="0"/>
              </a:rPr>
              <a:t>&gt;</a:t>
            </a:r>
            <a:endParaRPr lang="da-DK" sz="1200" b="0" dirty="0">
              <a:solidFill>
                <a:srgbClr val="CCCCCC"/>
              </a:solidFill>
              <a:effectLst/>
              <a:latin typeface="Consolas" panose="020B0609020204030204" pitchFamily="49" charset="0"/>
            </a:endParaRPr>
          </a:p>
          <a:p>
            <a:pPr>
              <a:lnSpc>
                <a:spcPts val="1425"/>
              </a:lnSpc>
              <a:buNone/>
            </a:pPr>
            <a:r>
              <a:rPr lang="da-DK" sz="1200" b="0" dirty="0" err="1">
                <a:solidFill>
                  <a:srgbClr val="569CD6"/>
                </a:solidFill>
                <a:effectLst/>
                <a:latin typeface="Consolas" panose="020B0609020204030204" pitchFamily="49" charset="0"/>
              </a:rPr>
              <a:t>int</a:t>
            </a:r>
            <a:r>
              <a:rPr lang="da-DK" sz="1200" b="0" dirty="0">
                <a:solidFill>
                  <a:srgbClr val="CCCCCC"/>
                </a:solidFill>
                <a:effectLst/>
                <a:latin typeface="Consolas" panose="020B0609020204030204" pitchFamily="49" charset="0"/>
              </a:rPr>
              <a:t> </a:t>
            </a:r>
            <a:r>
              <a:rPr lang="da-DK" sz="1200" b="0" dirty="0" err="1">
                <a:solidFill>
                  <a:srgbClr val="DCDCAA"/>
                </a:solidFill>
                <a:effectLst/>
                <a:latin typeface="Consolas" panose="020B0609020204030204" pitchFamily="49" charset="0"/>
              </a:rPr>
              <a:t>main</a:t>
            </a:r>
            <a:r>
              <a:rPr lang="da-DK" sz="1200" b="0" dirty="0">
                <a:solidFill>
                  <a:srgbClr val="CCCCCC"/>
                </a:solidFill>
                <a:effectLst/>
                <a:latin typeface="Consolas" panose="020B0609020204030204" pitchFamily="49" charset="0"/>
              </a:rPr>
              <a:t>()</a:t>
            </a:r>
          </a:p>
          <a:p>
            <a:pPr>
              <a:lnSpc>
                <a:spcPts val="1425"/>
              </a:lnSpc>
              <a:buNone/>
            </a:pPr>
            <a:r>
              <a:rPr lang="da-DK" sz="1200" b="0" dirty="0">
                <a:solidFill>
                  <a:srgbClr val="CCCCCC"/>
                </a:solidFill>
                <a:effectLst/>
                <a:latin typeface="Consolas" panose="020B0609020204030204" pitchFamily="49" charset="0"/>
              </a:rPr>
              <a:t>{</a:t>
            </a:r>
          </a:p>
          <a:p>
            <a:pPr>
              <a:lnSpc>
                <a:spcPts val="1425"/>
              </a:lnSpc>
              <a:buNone/>
            </a:pPr>
            <a:br>
              <a:rPr lang="da-DK" sz="1200" b="0" dirty="0">
                <a:solidFill>
                  <a:srgbClr val="CCCCCC"/>
                </a:solidFill>
                <a:effectLst/>
                <a:latin typeface="Consolas" panose="020B0609020204030204" pitchFamily="49" charset="0"/>
              </a:rPr>
            </a:br>
            <a:r>
              <a:rPr lang="da-DK" sz="1200" b="0" dirty="0">
                <a:solidFill>
                  <a:srgbClr val="CCCCCC"/>
                </a:solidFill>
                <a:effectLst/>
                <a:latin typeface="Consolas" panose="020B0609020204030204" pitchFamily="49" charset="0"/>
              </a:rPr>
              <a:t>    </a:t>
            </a:r>
            <a:r>
              <a:rPr lang="da-DK" sz="1200" b="0" dirty="0" err="1">
                <a:solidFill>
                  <a:srgbClr val="DCDCAA"/>
                </a:solidFill>
                <a:effectLst/>
                <a:latin typeface="Consolas" panose="020B0609020204030204" pitchFamily="49" charset="0"/>
              </a:rPr>
              <a:t>printf</a:t>
            </a:r>
            <a:r>
              <a:rPr lang="da-DK" sz="1200" b="0" dirty="0">
                <a:solidFill>
                  <a:srgbClr val="CCCCCC"/>
                </a:solidFill>
                <a:effectLst/>
                <a:latin typeface="Consolas" panose="020B0609020204030204" pitchFamily="49" charset="0"/>
              </a:rPr>
              <a:t>(</a:t>
            </a:r>
            <a:r>
              <a:rPr lang="da-DK" sz="1200" b="0" dirty="0">
                <a:solidFill>
                  <a:srgbClr val="CE9178"/>
                </a:solidFill>
                <a:effectLst/>
                <a:latin typeface="Consolas" panose="020B0609020204030204" pitchFamily="49" charset="0"/>
              </a:rPr>
              <a:t>"</a:t>
            </a:r>
            <a:r>
              <a:rPr lang="da-DK" sz="1200" b="0" dirty="0" err="1">
                <a:solidFill>
                  <a:srgbClr val="CE9178"/>
                </a:solidFill>
                <a:effectLst/>
                <a:latin typeface="Consolas" panose="020B0609020204030204" pitchFamily="49" charset="0"/>
              </a:rPr>
              <a:t>Size</a:t>
            </a:r>
            <a:r>
              <a:rPr lang="da-DK" sz="1200" b="0" dirty="0">
                <a:solidFill>
                  <a:srgbClr val="CE9178"/>
                </a:solidFill>
                <a:effectLst/>
                <a:latin typeface="Consolas" panose="020B0609020204030204" pitchFamily="49" charset="0"/>
              </a:rPr>
              <a:t> of </a:t>
            </a:r>
            <a:r>
              <a:rPr lang="da-DK" sz="1200" b="0" dirty="0" err="1">
                <a:solidFill>
                  <a:srgbClr val="CE9178"/>
                </a:solidFill>
                <a:effectLst/>
                <a:latin typeface="Consolas" panose="020B0609020204030204" pitchFamily="49" charset="0"/>
              </a:rPr>
              <a:t>tm</a:t>
            </a:r>
            <a:r>
              <a:rPr lang="da-DK" sz="1200" b="0" dirty="0">
                <a:solidFill>
                  <a:srgbClr val="CE9178"/>
                </a:solidFill>
                <a:effectLst/>
                <a:latin typeface="Consolas" panose="020B0609020204030204" pitchFamily="49" charset="0"/>
              </a:rPr>
              <a:t>: </a:t>
            </a:r>
            <a:r>
              <a:rPr lang="da-DK" sz="1200" b="0" dirty="0">
                <a:solidFill>
                  <a:srgbClr val="9CDCFE"/>
                </a:solidFill>
                <a:effectLst/>
                <a:latin typeface="Consolas" panose="020B0609020204030204" pitchFamily="49" charset="0"/>
              </a:rPr>
              <a:t>%d</a:t>
            </a:r>
            <a:r>
              <a:rPr lang="da-DK" sz="1200" b="0" dirty="0">
                <a:solidFill>
                  <a:srgbClr val="D7BA7D"/>
                </a:solidFill>
                <a:effectLst/>
                <a:latin typeface="Consolas" panose="020B0609020204030204" pitchFamily="49" charset="0"/>
              </a:rPr>
              <a:t>\n</a:t>
            </a:r>
            <a:r>
              <a:rPr lang="da-DK" sz="1200" b="0" dirty="0">
                <a:solidFill>
                  <a:srgbClr val="CE9178"/>
                </a:solidFill>
                <a:effectLst/>
                <a:latin typeface="Consolas" panose="020B0609020204030204" pitchFamily="49" charset="0"/>
              </a:rPr>
              <a:t>"</a:t>
            </a:r>
            <a:r>
              <a:rPr lang="da-DK" sz="1200" b="0" dirty="0">
                <a:solidFill>
                  <a:srgbClr val="CCCCCC"/>
                </a:solidFill>
                <a:effectLst/>
                <a:latin typeface="Consolas" panose="020B0609020204030204" pitchFamily="49" charset="0"/>
              </a:rPr>
              <a:t>, </a:t>
            </a:r>
            <a:r>
              <a:rPr lang="da-DK" sz="1200" b="0" dirty="0" err="1">
                <a:solidFill>
                  <a:srgbClr val="569CD6"/>
                </a:solidFill>
                <a:effectLst/>
                <a:latin typeface="Consolas" panose="020B0609020204030204" pitchFamily="49" charset="0"/>
              </a:rPr>
              <a:t>sizeof</a:t>
            </a:r>
            <a:r>
              <a:rPr lang="da-DK" sz="1200" b="0" dirty="0">
                <a:solidFill>
                  <a:srgbClr val="CCCCCC"/>
                </a:solidFill>
                <a:effectLst/>
                <a:latin typeface="Consolas" panose="020B0609020204030204" pitchFamily="49" charset="0"/>
              </a:rPr>
              <a:t>(</a:t>
            </a:r>
            <a:r>
              <a:rPr lang="da-DK" sz="1200" b="0" dirty="0" err="1">
                <a:solidFill>
                  <a:srgbClr val="569CD6"/>
                </a:solidFill>
                <a:effectLst/>
                <a:latin typeface="Consolas" panose="020B0609020204030204" pitchFamily="49" charset="0"/>
              </a:rPr>
              <a:t>struct</a:t>
            </a:r>
            <a:r>
              <a:rPr lang="da-DK" sz="1200" b="0" dirty="0">
                <a:solidFill>
                  <a:srgbClr val="CCCCCC"/>
                </a:solidFill>
                <a:effectLst/>
                <a:latin typeface="Consolas" panose="020B0609020204030204" pitchFamily="49" charset="0"/>
              </a:rPr>
              <a:t> </a:t>
            </a:r>
            <a:r>
              <a:rPr lang="da-DK" sz="1200" b="0" dirty="0" err="1">
                <a:solidFill>
                  <a:srgbClr val="4EC9B0"/>
                </a:solidFill>
                <a:effectLst/>
                <a:latin typeface="Consolas" panose="020B0609020204030204" pitchFamily="49" charset="0"/>
              </a:rPr>
              <a:t>tm</a:t>
            </a:r>
            <a:r>
              <a:rPr lang="da-DK" sz="1200" b="0" dirty="0">
                <a:solidFill>
                  <a:srgbClr val="CCCCCC"/>
                </a:solidFill>
                <a:effectLst/>
                <a:latin typeface="Consolas" panose="020B0609020204030204" pitchFamily="49" charset="0"/>
              </a:rPr>
              <a:t>));</a:t>
            </a:r>
          </a:p>
          <a:p>
            <a:pPr>
              <a:lnSpc>
                <a:spcPts val="1425"/>
              </a:lnSpc>
              <a:buNone/>
            </a:pPr>
            <a:r>
              <a:rPr lang="da-DK" sz="1200" b="0" dirty="0">
                <a:solidFill>
                  <a:srgbClr val="CCCCCC"/>
                </a:solidFill>
                <a:effectLst/>
                <a:latin typeface="Consolas" panose="020B0609020204030204" pitchFamily="49" charset="0"/>
              </a:rPr>
              <a:t>    </a:t>
            </a:r>
            <a:r>
              <a:rPr lang="da-DK" sz="1200" b="0" dirty="0" err="1">
                <a:solidFill>
                  <a:srgbClr val="4EC9B0"/>
                </a:solidFill>
                <a:effectLst/>
                <a:latin typeface="Consolas" panose="020B0609020204030204" pitchFamily="49" charset="0"/>
              </a:rPr>
              <a:t>time_t</a:t>
            </a:r>
            <a:r>
              <a:rPr lang="da-DK" sz="1200" b="0" dirty="0">
                <a:solidFill>
                  <a:srgbClr val="CCCCCC"/>
                </a:solidFill>
                <a:effectLst/>
                <a:latin typeface="Consolas" panose="020B0609020204030204" pitchFamily="49" charset="0"/>
              </a:rPr>
              <a:t> </a:t>
            </a:r>
            <a:r>
              <a:rPr lang="da-DK" sz="1200" b="0" dirty="0" err="1">
                <a:solidFill>
                  <a:srgbClr val="9CDCFE"/>
                </a:solidFill>
                <a:effectLst/>
                <a:latin typeface="Consolas" panose="020B0609020204030204" pitchFamily="49" charset="0"/>
              </a:rPr>
              <a:t>epoch</a:t>
            </a:r>
            <a:r>
              <a:rPr lang="da-DK" sz="1200" b="0" dirty="0">
                <a:solidFill>
                  <a:srgbClr val="CCCCCC"/>
                </a:solidFill>
                <a:effectLst/>
                <a:latin typeface="Consolas" panose="020B0609020204030204" pitchFamily="49" charset="0"/>
              </a:rPr>
              <a:t> </a:t>
            </a:r>
            <a:r>
              <a:rPr lang="da-DK" sz="1200" b="0" dirty="0">
                <a:solidFill>
                  <a:srgbClr val="D4D4D4"/>
                </a:solidFill>
                <a:effectLst/>
                <a:latin typeface="Consolas" panose="020B0609020204030204" pitchFamily="49" charset="0"/>
              </a:rPr>
              <a:t>=</a:t>
            </a:r>
            <a:r>
              <a:rPr lang="da-DK" sz="1200" b="0" dirty="0">
                <a:solidFill>
                  <a:srgbClr val="CCCCCC"/>
                </a:solidFill>
                <a:effectLst/>
                <a:latin typeface="Consolas" panose="020B0609020204030204" pitchFamily="49" charset="0"/>
              </a:rPr>
              <a:t> </a:t>
            </a:r>
            <a:r>
              <a:rPr lang="da-DK" sz="1200" b="0" dirty="0">
                <a:solidFill>
                  <a:srgbClr val="B5CEA8"/>
                </a:solidFill>
                <a:effectLst/>
                <a:latin typeface="Consolas" panose="020B0609020204030204" pitchFamily="49" charset="0"/>
              </a:rPr>
              <a:t>0</a:t>
            </a:r>
            <a:r>
              <a:rPr lang="da-DK" sz="1200" b="0" dirty="0">
                <a:solidFill>
                  <a:srgbClr val="CCCCCC"/>
                </a:solidFill>
                <a:effectLst/>
                <a:latin typeface="Consolas" panose="020B0609020204030204" pitchFamily="49" charset="0"/>
              </a:rPr>
              <a:t>;</a:t>
            </a:r>
          </a:p>
          <a:p>
            <a:pPr>
              <a:lnSpc>
                <a:spcPts val="1425"/>
              </a:lnSpc>
              <a:buNone/>
            </a:pPr>
            <a:r>
              <a:rPr lang="da-DK" sz="1200" b="0" dirty="0">
                <a:solidFill>
                  <a:srgbClr val="CCCCCC"/>
                </a:solidFill>
                <a:effectLst/>
                <a:latin typeface="Consolas" panose="020B0609020204030204" pitchFamily="49" charset="0"/>
              </a:rPr>
              <a:t>    </a:t>
            </a:r>
            <a:r>
              <a:rPr lang="da-DK" sz="1200" b="0" dirty="0" err="1">
                <a:solidFill>
                  <a:srgbClr val="DCDCAA"/>
                </a:solidFill>
                <a:effectLst/>
                <a:latin typeface="Consolas" panose="020B0609020204030204" pitchFamily="49" charset="0"/>
              </a:rPr>
              <a:t>printf</a:t>
            </a:r>
            <a:r>
              <a:rPr lang="da-DK" sz="1200" b="0" dirty="0">
                <a:solidFill>
                  <a:srgbClr val="CCCCCC"/>
                </a:solidFill>
                <a:effectLst/>
                <a:latin typeface="Consolas" panose="020B0609020204030204" pitchFamily="49" charset="0"/>
              </a:rPr>
              <a:t>(</a:t>
            </a:r>
            <a:r>
              <a:rPr lang="da-DK" sz="1200" b="0" dirty="0">
                <a:solidFill>
                  <a:srgbClr val="CE9178"/>
                </a:solidFill>
                <a:effectLst/>
                <a:latin typeface="Consolas" panose="020B0609020204030204" pitchFamily="49" charset="0"/>
              </a:rPr>
              <a:t>"</a:t>
            </a:r>
            <a:r>
              <a:rPr lang="da-DK" sz="1200" b="0" dirty="0">
                <a:solidFill>
                  <a:srgbClr val="9CDCFE"/>
                </a:solidFill>
                <a:effectLst/>
                <a:latin typeface="Consolas" panose="020B0609020204030204" pitchFamily="49" charset="0"/>
              </a:rPr>
              <a:t>%d</a:t>
            </a:r>
            <a:r>
              <a:rPr lang="da-DK" sz="1200" b="0" dirty="0">
                <a:solidFill>
                  <a:srgbClr val="CE9178"/>
                </a:solidFill>
                <a:effectLst/>
                <a:latin typeface="Consolas" panose="020B0609020204030204" pitchFamily="49" charset="0"/>
              </a:rPr>
              <a:t> </a:t>
            </a:r>
            <a:r>
              <a:rPr lang="da-DK" sz="1200" b="0" dirty="0" err="1">
                <a:solidFill>
                  <a:srgbClr val="CE9178"/>
                </a:solidFill>
                <a:effectLst/>
                <a:latin typeface="Consolas" panose="020B0609020204030204" pitchFamily="49" charset="0"/>
              </a:rPr>
              <a:t>seconds</a:t>
            </a:r>
            <a:r>
              <a:rPr lang="da-DK" sz="1200" b="0" dirty="0">
                <a:solidFill>
                  <a:srgbClr val="CE9178"/>
                </a:solidFill>
                <a:effectLst/>
                <a:latin typeface="Consolas" panose="020B0609020204030204" pitchFamily="49" charset="0"/>
              </a:rPr>
              <a:t> </a:t>
            </a:r>
            <a:r>
              <a:rPr lang="da-DK" sz="1200" b="0" dirty="0" err="1">
                <a:solidFill>
                  <a:srgbClr val="CE9178"/>
                </a:solidFill>
                <a:effectLst/>
                <a:latin typeface="Consolas" panose="020B0609020204030204" pitchFamily="49" charset="0"/>
              </a:rPr>
              <a:t>since</a:t>
            </a:r>
            <a:r>
              <a:rPr lang="da-DK" sz="1200" b="0" dirty="0">
                <a:solidFill>
                  <a:srgbClr val="CE9178"/>
                </a:solidFill>
                <a:effectLst/>
                <a:latin typeface="Consolas" panose="020B0609020204030204" pitchFamily="49" charset="0"/>
              </a:rPr>
              <a:t> the </a:t>
            </a:r>
            <a:r>
              <a:rPr lang="da-DK" sz="1200" b="0" dirty="0" err="1">
                <a:solidFill>
                  <a:srgbClr val="CE9178"/>
                </a:solidFill>
                <a:effectLst/>
                <a:latin typeface="Consolas" panose="020B0609020204030204" pitchFamily="49" charset="0"/>
              </a:rPr>
              <a:t>epoch</a:t>
            </a:r>
            <a:r>
              <a:rPr lang="da-DK" sz="1200" b="0" dirty="0">
                <a:solidFill>
                  <a:srgbClr val="CE9178"/>
                </a:solidFill>
                <a:effectLst/>
                <a:latin typeface="Consolas" panose="020B0609020204030204" pitchFamily="49" charset="0"/>
              </a:rPr>
              <a:t> </a:t>
            </a:r>
            <a:r>
              <a:rPr lang="da-DK" sz="1200" b="0" dirty="0" err="1">
                <a:solidFill>
                  <a:srgbClr val="CE9178"/>
                </a:solidFill>
                <a:effectLst/>
                <a:latin typeface="Consolas" panose="020B0609020204030204" pitchFamily="49" charset="0"/>
              </a:rPr>
              <a:t>began</a:t>
            </a:r>
            <a:r>
              <a:rPr lang="da-DK" sz="1200" b="0" dirty="0">
                <a:solidFill>
                  <a:srgbClr val="D7BA7D"/>
                </a:solidFill>
                <a:effectLst/>
                <a:latin typeface="Consolas" panose="020B0609020204030204" pitchFamily="49" charset="0"/>
              </a:rPr>
              <a:t>\n</a:t>
            </a:r>
            <a:r>
              <a:rPr lang="da-DK" sz="1200" b="0" dirty="0">
                <a:solidFill>
                  <a:srgbClr val="CE9178"/>
                </a:solidFill>
                <a:effectLst/>
                <a:latin typeface="Consolas" panose="020B0609020204030204" pitchFamily="49" charset="0"/>
              </a:rPr>
              <a:t>"</a:t>
            </a:r>
            <a:r>
              <a:rPr lang="da-DK" sz="1200" b="0" dirty="0">
                <a:solidFill>
                  <a:srgbClr val="CCCCCC"/>
                </a:solidFill>
                <a:effectLst/>
                <a:latin typeface="Consolas" panose="020B0609020204030204" pitchFamily="49" charset="0"/>
              </a:rPr>
              <a:t>, </a:t>
            </a:r>
            <a:r>
              <a:rPr lang="da-DK" sz="1200" b="0" dirty="0" err="1">
                <a:solidFill>
                  <a:srgbClr val="9CDCFE"/>
                </a:solidFill>
                <a:effectLst/>
                <a:latin typeface="Consolas" panose="020B0609020204030204" pitchFamily="49" charset="0"/>
              </a:rPr>
              <a:t>epoch</a:t>
            </a:r>
            <a:r>
              <a:rPr lang="da-DK" sz="1200" b="0" dirty="0">
                <a:solidFill>
                  <a:srgbClr val="CCCCCC"/>
                </a:solidFill>
                <a:effectLst/>
                <a:latin typeface="Consolas" panose="020B0609020204030204" pitchFamily="49" charset="0"/>
              </a:rPr>
              <a:t>);</a:t>
            </a:r>
          </a:p>
          <a:p>
            <a:pPr>
              <a:lnSpc>
                <a:spcPts val="1425"/>
              </a:lnSpc>
              <a:buNone/>
            </a:pPr>
            <a:r>
              <a:rPr lang="da-DK" sz="1200" b="0" dirty="0">
                <a:solidFill>
                  <a:srgbClr val="CCCCCC"/>
                </a:solidFill>
                <a:effectLst/>
                <a:latin typeface="Consolas" panose="020B0609020204030204" pitchFamily="49" charset="0"/>
              </a:rPr>
              <a:t>    </a:t>
            </a:r>
            <a:r>
              <a:rPr lang="da-DK" sz="1200" b="0" dirty="0" err="1">
                <a:solidFill>
                  <a:srgbClr val="DCDCAA"/>
                </a:solidFill>
                <a:effectLst/>
                <a:latin typeface="Consolas" panose="020B0609020204030204" pitchFamily="49" charset="0"/>
              </a:rPr>
              <a:t>printf</a:t>
            </a:r>
            <a:r>
              <a:rPr lang="da-DK" sz="1200" b="0" dirty="0">
                <a:solidFill>
                  <a:srgbClr val="CCCCCC"/>
                </a:solidFill>
                <a:effectLst/>
                <a:latin typeface="Consolas" panose="020B0609020204030204" pitchFamily="49" charset="0"/>
              </a:rPr>
              <a:t>(</a:t>
            </a:r>
            <a:r>
              <a:rPr lang="da-DK" sz="1200" b="0" dirty="0">
                <a:solidFill>
                  <a:srgbClr val="CE9178"/>
                </a:solidFill>
                <a:effectLst/>
                <a:latin typeface="Consolas" panose="020B0609020204030204" pitchFamily="49" charset="0"/>
              </a:rPr>
              <a:t>"</a:t>
            </a:r>
            <a:r>
              <a:rPr lang="da-DK" sz="1200" b="0" dirty="0">
                <a:solidFill>
                  <a:srgbClr val="9CDCFE"/>
                </a:solidFill>
                <a:effectLst/>
                <a:latin typeface="Consolas" panose="020B0609020204030204" pitchFamily="49" charset="0"/>
              </a:rPr>
              <a:t>%s</a:t>
            </a:r>
            <a:r>
              <a:rPr lang="da-DK" sz="1200" b="0" dirty="0">
                <a:solidFill>
                  <a:srgbClr val="CE9178"/>
                </a:solidFill>
                <a:effectLst/>
                <a:latin typeface="Consolas" panose="020B0609020204030204" pitchFamily="49" charset="0"/>
              </a:rPr>
              <a:t>"</a:t>
            </a:r>
            <a:r>
              <a:rPr lang="da-DK" sz="1200" b="0" dirty="0">
                <a:solidFill>
                  <a:srgbClr val="CCCCCC"/>
                </a:solidFill>
                <a:effectLst/>
                <a:latin typeface="Consolas" panose="020B0609020204030204" pitchFamily="49" charset="0"/>
              </a:rPr>
              <a:t>, </a:t>
            </a:r>
            <a:r>
              <a:rPr lang="da-DK" sz="1200" b="0" dirty="0" err="1">
                <a:solidFill>
                  <a:srgbClr val="DCDCAA"/>
                </a:solidFill>
                <a:effectLst/>
                <a:latin typeface="Consolas" panose="020B0609020204030204" pitchFamily="49" charset="0"/>
              </a:rPr>
              <a:t>ctime</a:t>
            </a:r>
            <a:r>
              <a:rPr lang="da-DK" sz="1200" b="0" dirty="0">
                <a:solidFill>
                  <a:srgbClr val="CCCCCC"/>
                </a:solidFill>
                <a:effectLst/>
                <a:latin typeface="Consolas" panose="020B0609020204030204" pitchFamily="49" charset="0"/>
              </a:rPr>
              <a:t>(</a:t>
            </a:r>
            <a:r>
              <a:rPr lang="da-DK" sz="1200" b="0" dirty="0">
                <a:solidFill>
                  <a:srgbClr val="D4D4D4"/>
                </a:solidFill>
                <a:effectLst/>
                <a:latin typeface="Consolas" panose="020B0609020204030204" pitchFamily="49" charset="0"/>
              </a:rPr>
              <a:t>&amp;</a:t>
            </a:r>
            <a:r>
              <a:rPr lang="da-DK" sz="1200" b="0" dirty="0" err="1">
                <a:solidFill>
                  <a:srgbClr val="9CDCFE"/>
                </a:solidFill>
                <a:effectLst/>
                <a:latin typeface="Consolas" panose="020B0609020204030204" pitchFamily="49" charset="0"/>
              </a:rPr>
              <a:t>epoch</a:t>
            </a:r>
            <a:r>
              <a:rPr lang="da-DK" sz="1200" b="0" dirty="0">
                <a:solidFill>
                  <a:srgbClr val="CCCCCC"/>
                </a:solidFill>
                <a:effectLst/>
                <a:latin typeface="Consolas" panose="020B0609020204030204" pitchFamily="49" charset="0"/>
              </a:rPr>
              <a:t>));</a:t>
            </a:r>
          </a:p>
          <a:p>
            <a:pPr>
              <a:lnSpc>
                <a:spcPts val="1425"/>
              </a:lnSpc>
              <a:buNone/>
            </a:pPr>
            <a:r>
              <a:rPr lang="da-DK" sz="1200" b="0" dirty="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7DA6C296-C649-4B31-C470-F7398472E603}"/>
              </a:ext>
            </a:extLst>
          </p:cNvPr>
          <p:cNvSpPr txBox="1"/>
          <p:nvPr/>
        </p:nvSpPr>
        <p:spPr>
          <a:xfrm>
            <a:off x="380301" y="4035658"/>
            <a:ext cx="4305054" cy="1477328"/>
          </a:xfrm>
          <a:prstGeom prst="rect">
            <a:avLst/>
          </a:prstGeom>
          <a:noFill/>
        </p:spPr>
        <p:txBody>
          <a:bodyPr wrap="square">
            <a:spAutoFit/>
          </a:bodyPr>
          <a:lstStyle/>
          <a:p>
            <a:r>
              <a:rPr lang="en-US" b="0" i="0" dirty="0">
                <a:effectLst/>
                <a:latin typeface="Google Sans"/>
              </a:rPr>
              <a:t>Epoch time starts in 1970 because it is the time when the Unix operating system was first operational, and 1970-01-01 was a convenient, neutral date to choose as a starting point. </a:t>
            </a:r>
            <a:endParaRPr lang="da-DK" dirty="0"/>
          </a:p>
        </p:txBody>
      </p:sp>
    </p:spTree>
    <p:extLst>
      <p:ext uri="{BB962C8B-B14F-4D97-AF65-F5344CB8AC3E}">
        <p14:creationId xmlns:p14="http://schemas.microsoft.com/office/powerpoint/2010/main" val="385075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267EBF-7E4A-5A3B-2976-C084655478A9}"/>
              </a:ext>
            </a:extLst>
          </p:cNvPr>
          <p:cNvSpPr>
            <a:spLocks noGrp="1"/>
          </p:cNvSpPr>
          <p:nvPr>
            <p:ph type="title"/>
          </p:nvPr>
        </p:nvSpPr>
        <p:spPr>
          <a:xfrm>
            <a:off x="587373" y="367628"/>
            <a:ext cx="9028767" cy="1621619"/>
          </a:xfrm>
        </p:spPr>
        <p:txBody>
          <a:bodyPr/>
          <a:lstStyle/>
          <a:p>
            <a:r>
              <a:rPr lang="da-DK" dirty="0"/>
              <a:t>Opgave: esp32_enumerate</a:t>
            </a:r>
            <a:endParaRPr lang="LID4096" dirty="0"/>
          </a:p>
        </p:txBody>
      </p:sp>
      <p:sp>
        <p:nvSpPr>
          <p:cNvPr id="7" name="Text Placeholder 6">
            <a:extLst>
              <a:ext uri="{FF2B5EF4-FFF2-40B4-BE49-F238E27FC236}">
                <a16:creationId xmlns:a16="http://schemas.microsoft.com/office/drawing/2014/main" id="{8CF246BF-C387-D821-08B4-0A520F795662}"/>
              </a:ext>
            </a:extLst>
          </p:cNvPr>
          <p:cNvSpPr>
            <a:spLocks noGrp="1"/>
          </p:cNvSpPr>
          <p:nvPr>
            <p:ph type="body" sz="quarter" idx="13"/>
          </p:nvPr>
        </p:nvSpPr>
        <p:spPr>
          <a:xfrm>
            <a:off x="587375" y="2262579"/>
            <a:ext cx="5424954" cy="3572737"/>
          </a:xfrm>
        </p:spPr>
        <p:txBody>
          <a:bodyPr>
            <a:normAutofit fontScale="85000" lnSpcReduction="20000"/>
          </a:bodyPr>
          <a:lstStyle/>
          <a:p>
            <a:pPr marL="0" indent="0">
              <a:buNone/>
            </a:pPr>
            <a:r>
              <a:rPr lang="da-DK" dirty="0"/>
              <a:t>Lav et program esp32_enumerate i Arduino, hvor </a:t>
            </a:r>
            <a:r>
              <a:rPr lang="da-DK" dirty="0" err="1"/>
              <a:t>pins</a:t>
            </a:r>
            <a:r>
              <a:rPr lang="da-DK" dirty="0"/>
              <a:t> er defineret i en </a:t>
            </a:r>
            <a:r>
              <a:rPr lang="da-DK" dirty="0" err="1"/>
              <a:t>enum</a:t>
            </a:r>
            <a:r>
              <a:rPr lang="da-DK" dirty="0"/>
              <a:t>. Send værdierne af både venstre og højre knap til din computer.</a:t>
            </a:r>
          </a:p>
          <a:p>
            <a:pPr marL="0" indent="0">
              <a:buNone/>
            </a:pPr>
            <a:r>
              <a:rPr lang="da-DK" b="1" dirty="0"/>
              <a:t>Fremgangsmåde:</a:t>
            </a:r>
          </a:p>
          <a:p>
            <a:pPr marL="342900" indent="-342900">
              <a:buFont typeface="+mj-lt"/>
              <a:buAutoNum type="arabicPeriod"/>
            </a:pPr>
            <a:r>
              <a:rPr lang="da-DK" dirty="0"/>
              <a:t>Definer en </a:t>
            </a:r>
            <a:r>
              <a:rPr lang="da-DK" dirty="0" err="1"/>
              <a:t>enum</a:t>
            </a:r>
            <a:r>
              <a:rPr lang="da-DK" dirty="0"/>
              <a:t> af </a:t>
            </a:r>
            <a:r>
              <a:rPr lang="da-DK" dirty="0" err="1"/>
              <a:t>ButtonsPins</a:t>
            </a:r>
            <a:r>
              <a:rPr lang="da-DK" dirty="0"/>
              <a:t>, med værdier </a:t>
            </a:r>
          </a:p>
          <a:p>
            <a:pPr marL="863600" lvl="2" indent="-228600">
              <a:buFont typeface="+mj-lt"/>
              <a:buAutoNum type="arabicPeriod"/>
            </a:pPr>
            <a:r>
              <a:rPr lang="da-DK" dirty="0" err="1"/>
              <a:t>Left</a:t>
            </a:r>
            <a:r>
              <a:rPr lang="da-DK" dirty="0"/>
              <a:t>=0</a:t>
            </a:r>
          </a:p>
          <a:p>
            <a:pPr marL="863600" lvl="2" indent="-228600">
              <a:buFont typeface="+mj-lt"/>
              <a:buAutoNum type="arabicPeriod"/>
            </a:pPr>
            <a:r>
              <a:rPr lang="da-DK" dirty="0"/>
              <a:t>Right=35</a:t>
            </a:r>
          </a:p>
          <a:p>
            <a:pPr marL="342900" indent="-342900">
              <a:buFont typeface="+mj-lt"/>
              <a:buAutoNum type="arabicPeriod"/>
            </a:pPr>
            <a:r>
              <a:rPr lang="da-DK" dirty="0"/>
              <a:t>Aktiver venstre og højre knap med flaget </a:t>
            </a:r>
            <a:r>
              <a:rPr lang="en-US" b="0" dirty="0">
                <a:solidFill>
                  <a:srgbClr val="4E5B61"/>
                </a:solidFill>
                <a:effectLst/>
                <a:highlight>
                  <a:srgbClr val="FFFFFF"/>
                </a:highlight>
                <a:latin typeface="Consolas" panose="020B0609020204030204" pitchFamily="49" charset="0"/>
              </a:rPr>
              <a:t>INPUT_PULLUP</a:t>
            </a:r>
          </a:p>
          <a:p>
            <a:pPr marL="863600" lvl="2" indent="-228600">
              <a:buFont typeface="+mj-lt"/>
              <a:buAutoNum type="arabicPeriod"/>
            </a:pPr>
            <a:r>
              <a:rPr lang="da-DK" dirty="0"/>
              <a:t>Hint: Find ud af hvordan man aktiverer knapperne her: </a:t>
            </a:r>
            <a:r>
              <a:rPr lang="da-DK" dirty="0">
                <a:hlinkClick r:id="rId2"/>
              </a:rPr>
              <a:t>https://docs.arduino.cc/language-reference/</a:t>
            </a:r>
            <a:r>
              <a:rPr lang="da-DK" dirty="0"/>
              <a:t> </a:t>
            </a:r>
          </a:p>
          <a:p>
            <a:pPr marL="342900" indent="-342900">
              <a:buFont typeface="+mj-lt"/>
              <a:buAutoNum type="arabicPeriod"/>
            </a:pPr>
            <a:r>
              <a:rPr lang="da-DK" dirty="0"/>
              <a:t>Læs den digitale værdi af højre og venstre knap</a:t>
            </a:r>
          </a:p>
          <a:p>
            <a:pPr marL="342900" indent="-342900">
              <a:buFont typeface="+mj-lt"/>
              <a:buAutoNum type="arabicPeriod"/>
            </a:pPr>
            <a:r>
              <a:rPr lang="da-DK" dirty="0"/>
              <a:t>Send værdierne til jeres computer fra esp32'eren.</a:t>
            </a:r>
          </a:p>
          <a:p>
            <a:pPr marL="863600" lvl="2" indent="-228600">
              <a:buFont typeface="+mj-lt"/>
              <a:buAutoNum type="arabicPeriod"/>
            </a:pPr>
            <a:r>
              <a:rPr lang="da-DK" dirty="0"/>
              <a:t>Se værdierne print til terminalen 'Serial Monitor'</a:t>
            </a:r>
          </a:p>
        </p:txBody>
      </p:sp>
      <p:pic>
        <p:nvPicPr>
          <p:cNvPr id="8" name="Chart Placeholder 7">
            <a:extLst>
              <a:ext uri="{FF2B5EF4-FFF2-40B4-BE49-F238E27FC236}">
                <a16:creationId xmlns:a16="http://schemas.microsoft.com/office/drawing/2014/main" id="{BE192BFA-93A7-587B-41DC-2D1355AE1537}"/>
              </a:ext>
            </a:extLst>
          </p:cNvPr>
          <p:cNvPicPr>
            <a:picLocks noGrp="1" noChangeAspect="1"/>
          </p:cNvPicPr>
          <p:nvPr>
            <p:ph type="chart" sz="quarter" idx="12"/>
          </p:nvPr>
        </p:nvPicPr>
        <p:blipFill>
          <a:blip r:embed="rId3">
            <a:extLst>
              <a:ext uri="{28A0092B-C50C-407E-A947-70E740481C1C}">
                <a14:useLocalDpi xmlns:a14="http://schemas.microsoft.com/office/drawing/2010/main" val="0"/>
              </a:ext>
            </a:extLst>
          </a:blip>
          <a:stretch>
            <a:fillRect/>
          </a:stretch>
        </p:blipFill>
        <p:spPr>
          <a:xfrm>
            <a:off x="6096000" y="2340311"/>
            <a:ext cx="5524500" cy="3417216"/>
          </a:xfrm>
          <a:prstGeom prst="rect">
            <a:avLst/>
          </a:prstGeom>
        </p:spPr>
      </p:pic>
    </p:spTree>
    <p:extLst>
      <p:ext uri="{BB962C8B-B14F-4D97-AF65-F5344CB8AC3E}">
        <p14:creationId xmlns:p14="http://schemas.microsoft.com/office/powerpoint/2010/main" val="2445898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4FF3D-334B-5412-E313-81A4F9A41B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32</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20700119-3047-E5CD-11C0-3952BC8F1731}"/>
              </a:ext>
            </a:extLst>
          </p:cNvPr>
          <p:cNvSpPr>
            <a:spLocks noGrp="1"/>
          </p:cNvSpPr>
          <p:nvPr>
            <p:ph type="title"/>
          </p:nvPr>
        </p:nvSpPr>
        <p:spPr>
          <a:xfrm>
            <a:off x="587374" y="370290"/>
            <a:ext cx="9827373" cy="1474385"/>
          </a:xfrm>
        </p:spPr>
        <p:txBody>
          <a:bodyPr/>
          <a:lstStyle/>
          <a:p>
            <a:r>
              <a:rPr lang="da-DK" dirty="0">
                <a:latin typeface="Consolas" panose="020B0609020204030204" pitchFamily="49" charset="0"/>
              </a:rPr>
              <a:t>opgave: patient2</a:t>
            </a:r>
            <a:br>
              <a:rPr lang="da-DK" dirty="0">
                <a:latin typeface="Consolas" panose="020B0609020204030204" pitchFamily="49" charset="0"/>
              </a:rPr>
            </a:br>
            <a:r>
              <a:rPr lang="da-DK" dirty="0">
                <a:latin typeface="Consolas" panose="020B0609020204030204" pitchFamily="49" charset="0"/>
              </a:rPr>
              <a:t>Patient Journal</a:t>
            </a:r>
            <a:endParaRPr lang="LID4096" dirty="0">
              <a:latin typeface="Consolas" panose="020B0609020204030204" pitchFamily="49" charset="0"/>
            </a:endParaRPr>
          </a:p>
        </p:txBody>
      </p:sp>
      <p:sp>
        <p:nvSpPr>
          <p:cNvPr id="4" name="Text Placeholder 3">
            <a:extLst>
              <a:ext uri="{FF2B5EF4-FFF2-40B4-BE49-F238E27FC236}">
                <a16:creationId xmlns:a16="http://schemas.microsoft.com/office/drawing/2014/main" id="{16C40AC8-92BC-EADB-4D9F-F3D0E46DC0D4}"/>
              </a:ext>
            </a:extLst>
          </p:cNvPr>
          <p:cNvSpPr>
            <a:spLocks noGrp="1"/>
          </p:cNvSpPr>
          <p:nvPr>
            <p:ph type="body" sz="quarter" idx="12"/>
          </p:nvPr>
        </p:nvSpPr>
        <p:spPr/>
        <p:txBody>
          <a:bodyPr>
            <a:normAutofit fontScale="62500" lnSpcReduction="20000"/>
          </a:bodyPr>
          <a:lstStyle/>
          <a:p>
            <a:pPr marL="0" indent="0">
              <a:buNone/>
            </a:pPr>
            <a:r>
              <a:rPr lang="da-DK" dirty="0">
                <a:latin typeface="Consolas" panose="020B0609020204030204" pitchFamily="49" charset="0"/>
              </a:rPr>
              <a:t>Skriv kildekoden til et program patient2.c. Programmet skal indeholde et array som indeholder 7 elementer af typen </a:t>
            </a:r>
            <a:r>
              <a:rPr lang="da-DK" dirty="0" err="1">
                <a:latin typeface="Consolas" panose="020B0609020204030204" pitchFamily="49" charset="0"/>
              </a:rPr>
              <a:t>struct</a:t>
            </a:r>
            <a:r>
              <a:rPr lang="da-DK" dirty="0">
                <a:latin typeface="Consolas" panose="020B0609020204030204" pitchFamily="49" charset="0"/>
              </a:rPr>
              <a:t> Patient. Programmet skal </a:t>
            </a:r>
            <a:r>
              <a:rPr lang="da-DK" dirty="0" err="1">
                <a:latin typeface="Consolas" panose="020B0609020204030204" pitchFamily="49" charset="0"/>
              </a:rPr>
              <a:t>vha</a:t>
            </a:r>
            <a:r>
              <a:rPr lang="da-DK" dirty="0">
                <a:latin typeface="Consolas" panose="020B0609020204030204" pitchFamily="49" charset="0"/>
              </a:rPr>
              <a:t> et loop printe alle informationer for hver patient ud.</a:t>
            </a:r>
          </a:p>
          <a:p>
            <a:pPr marL="0" indent="0">
              <a:buNone/>
            </a:pPr>
            <a:r>
              <a:rPr lang="da-DK" dirty="0">
                <a:latin typeface="Consolas" panose="020B0609020204030204" pitchFamily="49" charset="0"/>
              </a:rPr>
              <a:t>Hint: </a:t>
            </a:r>
            <a:r>
              <a:rPr lang="da-DK" dirty="0">
                <a:latin typeface="Consolas" panose="020B0609020204030204" pitchFamily="49" charset="0"/>
                <a:hlinkClick r:id="rId2"/>
              </a:rPr>
              <a:t>https://www.w3schools.com/c/c_structs.php</a:t>
            </a:r>
            <a:r>
              <a:rPr lang="da-DK" dirty="0">
                <a:latin typeface="Consolas" panose="020B0609020204030204" pitchFamily="49" charset="0"/>
              </a:rPr>
              <a:t> </a:t>
            </a:r>
          </a:p>
          <a:p>
            <a:pPr marL="0" indent="0">
              <a:buNone/>
            </a:pPr>
            <a:r>
              <a:rPr lang="da-DK" b="1" dirty="0">
                <a:latin typeface="Consolas" panose="020B0609020204030204" pitchFamily="49" charset="0"/>
              </a:rPr>
              <a:t>Fremgangsmåde:</a:t>
            </a:r>
          </a:p>
          <a:p>
            <a:pPr marL="342900" indent="-342900">
              <a:buFont typeface="+mj-lt"/>
              <a:buAutoNum type="arabicPeriod"/>
            </a:pPr>
            <a:r>
              <a:rPr lang="da-DK" dirty="0">
                <a:latin typeface="Consolas" panose="020B0609020204030204" pitchFamily="49" charset="0"/>
              </a:rPr>
              <a:t>Brug patient1 som udgangspunkt.</a:t>
            </a:r>
          </a:p>
          <a:p>
            <a:pPr marL="342900" indent="-342900">
              <a:buFont typeface="+mj-lt"/>
              <a:buAutoNum type="arabicPeriod"/>
            </a:pPr>
            <a:r>
              <a:rPr lang="da-DK" dirty="0">
                <a:latin typeface="Consolas" panose="020B0609020204030204" pitchFamily="49" charset="0"/>
              </a:rPr>
              <a:t>Definer et </a:t>
            </a:r>
            <a:r>
              <a:rPr lang="da-DK" dirty="0" err="1">
                <a:latin typeface="Consolas" panose="020B0609020204030204" pitchFamily="49" charset="0"/>
              </a:rPr>
              <a:t>struct</a:t>
            </a:r>
            <a:r>
              <a:rPr lang="da-DK" dirty="0">
                <a:latin typeface="Consolas" panose="020B0609020204030204" pitchFamily="49" charset="0"/>
              </a:rPr>
              <a:t> Patient array, som kan indeholde 7 elementer, og sæt </a:t>
            </a:r>
            <a:r>
              <a:rPr lang="da-DK" dirty="0" err="1">
                <a:latin typeface="Consolas" panose="020B0609020204030204" pitchFamily="49" charset="0"/>
              </a:rPr>
              <a:t>dataen</a:t>
            </a:r>
            <a:r>
              <a:rPr lang="da-DK" dirty="0">
                <a:latin typeface="Consolas" panose="020B0609020204030204" pitchFamily="49" charset="0"/>
              </a:rPr>
              <a:t> ind. Det nye array skal indeholde følgende patient informationer</a:t>
            </a:r>
          </a:p>
          <a:p>
            <a:pPr marL="681038" lvl="1" indent="-342900">
              <a:buFont typeface="+mj-lt"/>
              <a:buAutoNum type="arabicPeriod"/>
            </a:pPr>
            <a:r>
              <a:rPr lang="da-DK" dirty="0">
                <a:latin typeface="Consolas" panose="020B0609020204030204" pitchFamily="49" charset="0"/>
              </a:rPr>
              <a:t>id 99, age 18, </a:t>
            </a:r>
            <a:r>
              <a:rPr lang="da-DK" dirty="0" err="1">
                <a:latin typeface="Consolas" panose="020B0609020204030204" pitchFamily="49" charset="0"/>
              </a:rPr>
              <a:t>heightM</a:t>
            </a:r>
            <a:r>
              <a:rPr lang="da-DK" dirty="0">
                <a:latin typeface="Consolas" panose="020B0609020204030204" pitchFamily="49" charset="0"/>
              </a:rPr>
              <a:t> 1.82, </a:t>
            </a:r>
            <a:r>
              <a:rPr lang="da-DK" dirty="0" err="1">
                <a:latin typeface="Consolas" panose="020B0609020204030204" pitchFamily="49" charset="0"/>
              </a:rPr>
              <a:t>weightKg</a:t>
            </a:r>
            <a:r>
              <a:rPr lang="da-DK" dirty="0">
                <a:latin typeface="Consolas" panose="020B0609020204030204" pitchFamily="49" charset="0"/>
              </a:rPr>
              <a:t> 88.0</a:t>
            </a:r>
          </a:p>
          <a:p>
            <a:pPr marL="681038" lvl="1" indent="-342900">
              <a:buFont typeface="+mj-lt"/>
              <a:buAutoNum type="arabicPeriod"/>
            </a:pPr>
            <a:r>
              <a:rPr lang="da-DK" dirty="0">
                <a:latin typeface="Consolas" panose="020B0609020204030204" pitchFamily="49" charset="0"/>
              </a:rPr>
              <a:t>id 93, age 35, </a:t>
            </a:r>
            <a:r>
              <a:rPr lang="da-DK" dirty="0" err="1">
                <a:latin typeface="Consolas" panose="020B0609020204030204" pitchFamily="49" charset="0"/>
              </a:rPr>
              <a:t>heightM</a:t>
            </a:r>
            <a:r>
              <a:rPr lang="da-DK" dirty="0">
                <a:latin typeface="Consolas" panose="020B0609020204030204" pitchFamily="49" charset="0"/>
              </a:rPr>
              <a:t> 1.63, </a:t>
            </a:r>
            <a:r>
              <a:rPr lang="da-DK" dirty="0" err="1">
                <a:latin typeface="Consolas" panose="020B0609020204030204" pitchFamily="49" charset="0"/>
              </a:rPr>
              <a:t>weightKg</a:t>
            </a:r>
            <a:r>
              <a:rPr lang="da-DK" dirty="0">
                <a:latin typeface="Consolas" panose="020B0609020204030204" pitchFamily="49" charset="0"/>
              </a:rPr>
              <a:t> 69.0</a:t>
            </a:r>
          </a:p>
          <a:p>
            <a:pPr marL="681038" lvl="1" indent="-342900">
              <a:buFont typeface="+mj-lt"/>
              <a:buAutoNum type="arabicPeriod"/>
            </a:pPr>
            <a:r>
              <a:rPr lang="da-DK" dirty="0">
                <a:latin typeface="Consolas" panose="020B0609020204030204" pitchFamily="49" charset="0"/>
              </a:rPr>
              <a:t>id 89, age 25, </a:t>
            </a:r>
            <a:r>
              <a:rPr lang="da-DK" dirty="0" err="1">
                <a:latin typeface="Consolas" panose="020B0609020204030204" pitchFamily="49" charset="0"/>
              </a:rPr>
              <a:t>heightM</a:t>
            </a:r>
            <a:r>
              <a:rPr lang="da-DK" dirty="0">
                <a:latin typeface="Consolas" panose="020B0609020204030204" pitchFamily="49" charset="0"/>
              </a:rPr>
              <a:t> 1.80, </a:t>
            </a:r>
            <a:r>
              <a:rPr lang="da-DK" dirty="0" err="1">
                <a:latin typeface="Consolas" panose="020B0609020204030204" pitchFamily="49" charset="0"/>
              </a:rPr>
              <a:t>weightKg</a:t>
            </a:r>
            <a:r>
              <a:rPr lang="da-DK" dirty="0">
                <a:latin typeface="Consolas" panose="020B0609020204030204" pitchFamily="49" charset="0"/>
              </a:rPr>
              <a:t> 75.0</a:t>
            </a:r>
          </a:p>
          <a:p>
            <a:pPr marL="681038" lvl="1" indent="-342900">
              <a:buFont typeface="+mj-lt"/>
              <a:buAutoNum type="arabicPeriod"/>
            </a:pPr>
            <a:r>
              <a:rPr lang="da-DK" dirty="0">
                <a:latin typeface="Consolas" panose="020B0609020204030204" pitchFamily="49" charset="0"/>
              </a:rPr>
              <a:t>id 83, age 31, </a:t>
            </a:r>
            <a:r>
              <a:rPr lang="da-DK" dirty="0" err="1">
                <a:latin typeface="Consolas" panose="020B0609020204030204" pitchFamily="49" charset="0"/>
              </a:rPr>
              <a:t>heightM</a:t>
            </a:r>
            <a:r>
              <a:rPr lang="da-DK" dirty="0">
                <a:latin typeface="Consolas" panose="020B0609020204030204" pitchFamily="49" charset="0"/>
              </a:rPr>
              <a:t> 1.51, </a:t>
            </a:r>
            <a:r>
              <a:rPr lang="da-DK" dirty="0" err="1">
                <a:latin typeface="Consolas" panose="020B0609020204030204" pitchFamily="49" charset="0"/>
              </a:rPr>
              <a:t>weightKg</a:t>
            </a:r>
            <a:r>
              <a:rPr lang="da-DK" dirty="0">
                <a:latin typeface="Consolas" panose="020B0609020204030204" pitchFamily="49" charset="0"/>
              </a:rPr>
              <a:t> 70.0</a:t>
            </a:r>
          </a:p>
          <a:p>
            <a:pPr marL="681038" lvl="1" indent="-342900">
              <a:buFont typeface="+mj-lt"/>
              <a:buAutoNum type="arabicPeriod"/>
            </a:pPr>
            <a:r>
              <a:rPr lang="da-DK" dirty="0">
                <a:latin typeface="Consolas" panose="020B0609020204030204" pitchFamily="49" charset="0"/>
              </a:rPr>
              <a:t>id 46, age 29, </a:t>
            </a:r>
            <a:r>
              <a:rPr lang="da-DK" dirty="0" err="1">
                <a:latin typeface="Consolas" panose="020B0609020204030204" pitchFamily="49" charset="0"/>
              </a:rPr>
              <a:t>heightM</a:t>
            </a:r>
            <a:r>
              <a:rPr lang="da-DK" dirty="0">
                <a:latin typeface="Consolas" panose="020B0609020204030204" pitchFamily="49" charset="0"/>
              </a:rPr>
              <a:t> 1.75, </a:t>
            </a:r>
            <a:r>
              <a:rPr lang="da-DK" dirty="0" err="1">
                <a:latin typeface="Consolas" panose="020B0609020204030204" pitchFamily="49" charset="0"/>
              </a:rPr>
              <a:t>weightKg</a:t>
            </a:r>
            <a:r>
              <a:rPr lang="da-DK" dirty="0">
                <a:latin typeface="Consolas" panose="020B0609020204030204" pitchFamily="49" charset="0"/>
              </a:rPr>
              <a:t> 63.0</a:t>
            </a:r>
          </a:p>
          <a:p>
            <a:pPr marL="681038" lvl="1" indent="-342900">
              <a:buFont typeface="+mj-lt"/>
              <a:buAutoNum type="arabicPeriod"/>
            </a:pPr>
            <a:r>
              <a:rPr lang="da-DK" dirty="0">
                <a:latin typeface="Consolas" panose="020B0609020204030204" pitchFamily="49" charset="0"/>
              </a:rPr>
              <a:t>id 16, age 56, </a:t>
            </a:r>
            <a:r>
              <a:rPr lang="da-DK" dirty="0" err="1">
                <a:latin typeface="Consolas" panose="020B0609020204030204" pitchFamily="49" charset="0"/>
              </a:rPr>
              <a:t>heightM</a:t>
            </a:r>
            <a:r>
              <a:rPr lang="da-DK" dirty="0">
                <a:latin typeface="Consolas" panose="020B0609020204030204" pitchFamily="49" charset="0"/>
              </a:rPr>
              <a:t> 1.52, </a:t>
            </a:r>
            <a:r>
              <a:rPr lang="da-DK" dirty="0" err="1">
                <a:latin typeface="Consolas" panose="020B0609020204030204" pitchFamily="49" charset="0"/>
              </a:rPr>
              <a:t>weightKg</a:t>
            </a:r>
            <a:r>
              <a:rPr lang="da-DK" dirty="0">
                <a:latin typeface="Consolas" panose="020B0609020204030204" pitchFamily="49" charset="0"/>
              </a:rPr>
              <a:t> 54.0</a:t>
            </a:r>
          </a:p>
          <a:p>
            <a:pPr marL="681038" lvl="1" indent="-342900">
              <a:buFont typeface="+mj-lt"/>
              <a:buAutoNum type="arabicPeriod"/>
            </a:pPr>
            <a:r>
              <a:rPr lang="da-DK" dirty="0">
                <a:latin typeface="Consolas" panose="020B0609020204030204" pitchFamily="49" charset="0"/>
              </a:rPr>
              <a:t>id 17, age 16, </a:t>
            </a:r>
            <a:r>
              <a:rPr lang="da-DK" dirty="0" err="1">
                <a:latin typeface="Consolas" panose="020B0609020204030204" pitchFamily="49" charset="0"/>
              </a:rPr>
              <a:t>heightM</a:t>
            </a:r>
            <a:r>
              <a:rPr lang="da-DK" dirty="0">
                <a:latin typeface="Consolas" panose="020B0609020204030204" pitchFamily="49" charset="0"/>
              </a:rPr>
              <a:t> 1.65, </a:t>
            </a:r>
            <a:r>
              <a:rPr lang="da-DK" dirty="0" err="1">
                <a:latin typeface="Consolas" panose="020B0609020204030204" pitchFamily="49" charset="0"/>
              </a:rPr>
              <a:t>weightKg</a:t>
            </a:r>
            <a:r>
              <a:rPr lang="da-DK" dirty="0">
                <a:latin typeface="Consolas" panose="020B0609020204030204" pitchFamily="49" charset="0"/>
              </a:rPr>
              <a:t> 50.0</a:t>
            </a:r>
          </a:p>
          <a:p>
            <a:pPr marL="681038" lvl="1" indent="-342900">
              <a:buFont typeface="+mj-lt"/>
              <a:buAutoNum type="arabicPeriod"/>
            </a:pPr>
            <a:endParaRPr lang="da-DK" dirty="0">
              <a:latin typeface="Consolas" panose="020B0609020204030204" pitchFamily="49" charset="0"/>
            </a:endParaRPr>
          </a:p>
          <a:p>
            <a:pPr marL="342900" indent="-342900">
              <a:buFont typeface="+mj-lt"/>
              <a:buAutoNum type="arabicPeriod"/>
            </a:pPr>
            <a:r>
              <a:rPr lang="da-DK" dirty="0">
                <a:latin typeface="Consolas" panose="020B0609020204030204" pitchFamily="49" charset="0"/>
              </a:rPr>
              <a:t>Print info for alle patienter ud.</a:t>
            </a:r>
            <a:endParaRPr lang="LID4096" dirty="0">
              <a:latin typeface="Consolas" panose="020B0609020204030204" pitchFamily="49" charset="0"/>
            </a:endParaRPr>
          </a:p>
        </p:txBody>
      </p:sp>
    </p:spTree>
    <p:extLst>
      <p:ext uri="{BB962C8B-B14F-4D97-AF65-F5344CB8AC3E}">
        <p14:creationId xmlns:p14="http://schemas.microsoft.com/office/powerpoint/2010/main" val="2973186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4FF3D-334B-5412-E313-81A4F9A41B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33</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20700119-3047-E5CD-11C0-3952BC8F1731}"/>
              </a:ext>
            </a:extLst>
          </p:cNvPr>
          <p:cNvSpPr>
            <a:spLocks noGrp="1"/>
          </p:cNvSpPr>
          <p:nvPr>
            <p:ph type="title"/>
          </p:nvPr>
        </p:nvSpPr>
        <p:spPr>
          <a:xfrm>
            <a:off x="587374" y="370290"/>
            <a:ext cx="9827373" cy="1474385"/>
          </a:xfrm>
        </p:spPr>
        <p:txBody>
          <a:bodyPr/>
          <a:lstStyle/>
          <a:p>
            <a:r>
              <a:rPr lang="da-DK" dirty="0">
                <a:latin typeface="Consolas" panose="020B0609020204030204" pitchFamily="49" charset="0"/>
              </a:rPr>
              <a:t>opgave: patient3</a:t>
            </a:r>
            <a:br>
              <a:rPr lang="da-DK" dirty="0">
                <a:latin typeface="Consolas" panose="020B0609020204030204" pitchFamily="49" charset="0"/>
              </a:rPr>
            </a:br>
            <a:r>
              <a:rPr lang="da-DK" dirty="0">
                <a:latin typeface="Consolas" panose="020B0609020204030204" pitchFamily="49" charset="0"/>
              </a:rPr>
              <a:t>Patient Journal</a:t>
            </a:r>
            <a:endParaRPr lang="LID4096"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6C40AC8-92BC-EADB-4D9F-F3D0E46DC0D4}"/>
                  </a:ext>
                </a:extLst>
              </p:cNvPr>
              <p:cNvSpPr>
                <a:spLocks noGrp="1"/>
              </p:cNvSpPr>
              <p:nvPr>
                <p:ph type="body" sz="quarter" idx="12"/>
              </p:nvPr>
            </p:nvSpPr>
            <p:spPr/>
            <p:txBody>
              <a:bodyPr>
                <a:normAutofit lnSpcReduction="10000"/>
              </a:bodyPr>
              <a:lstStyle/>
              <a:p>
                <a:pPr marL="0" indent="0">
                  <a:buNone/>
                </a:pPr>
                <a:r>
                  <a:rPr lang="da-DK" dirty="0">
                    <a:latin typeface="Consolas" panose="020B0609020204030204" pitchFamily="49" charset="0"/>
                  </a:rPr>
                  <a:t>Skriv kildekoden til et program patient3.c, som benytter en liste af </a:t>
                </a:r>
                <a:r>
                  <a:rPr lang="da-DK" dirty="0" err="1">
                    <a:latin typeface="Consolas" panose="020B0609020204030204" pitchFamily="49" charset="0"/>
                  </a:rPr>
                  <a:t>struct</a:t>
                </a:r>
                <a:r>
                  <a:rPr lang="da-DK" dirty="0">
                    <a:latin typeface="Consolas" panose="020B0609020204030204" pitchFamily="49" charset="0"/>
                  </a:rPr>
                  <a:t> Patient der kan indeholde data. Udregn gennemsnittet ofr </a:t>
                </a:r>
                <a:r>
                  <a:rPr lang="da-DK" dirty="0" err="1">
                    <a:latin typeface="Consolas" panose="020B0609020204030204" pitchFamily="49" charset="0"/>
                  </a:rPr>
                  <a:t>hhv</a:t>
                </a:r>
                <a:r>
                  <a:rPr lang="da-DK" dirty="0">
                    <a:latin typeface="Consolas" panose="020B0609020204030204" pitchFamily="49" charset="0"/>
                  </a:rPr>
                  <a:t> alder, højde og vægt.</a:t>
                </a:r>
              </a:p>
              <a:p>
                <a:pPr marL="0" indent="0">
                  <a:buNone/>
                </a:pPr>
                <a:r>
                  <a:rPr lang="da-DK" b="1" dirty="0">
                    <a:latin typeface="Consolas" panose="020B0609020204030204" pitchFamily="49" charset="0"/>
                  </a:rPr>
                  <a:t>Fremgangsmåde:</a:t>
                </a:r>
              </a:p>
              <a:p>
                <a:pPr marL="342900" indent="-342900">
                  <a:buFont typeface="+mj-lt"/>
                  <a:buAutoNum type="arabicPeriod"/>
                </a:pPr>
                <a:r>
                  <a:rPr lang="da-DK" dirty="0">
                    <a:latin typeface="Consolas" panose="020B0609020204030204" pitchFamily="49" charset="0"/>
                  </a:rPr>
                  <a:t>Brug patient2 som udgangspunkt.</a:t>
                </a:r>
              </a:p>
              <a:p>
                <a:pPr marL="681038" lvl="1" indent="-342900">
                  <a:buFont typeface="+mj-lt"/>
                  <a:buAutoNum type="arabicPeriod"/>
                </a:pPr>
                <a:r>
                  <a:rPr lang="da-DK" dirty="0">
                    <a:latin typeface="Consolas" panose="020B0609020204030204" pitchFamily="49" charset="0"/>
                  </a:rPr>
                  <a:t>Overvej hvilke </a:t>
                </a:r>
                <a:r>
                  <a:rPr lang="da-DK" dirty="0" err="1">
                    <a:latin typeface="Consolas" panose="020B0609020204030204" pitchFamily="49" charset="0"/>
                  </a:rPr>
                  <a:t>libraries</a:t>
                </a:r>
                <a:r>
                  <a:rPr lang="da-DK" dirty="0">
                    <a:latin typeface="Consolas" panose="020B0609020204030204" pitchFamily="49" charset="0"/>
                  </a:rPr>
                  <a:t> vi skal benytte til </a:t>
                </a:r>
                <a14:m>
                  <m:oMath xmlns:m="http://schemas.openxmlformats.org/officeDocument/2006/math">
                    <m:sSup>
                      <m:sSupPr>
                        <m:ctrlPr>
                          <a:rPr lang="da-DK" i="1" dirty="0" smtClean="0">
                            <a:latin typeface="Cambria Math" panose="02040503050406030204" pitchFamily="18" charset="0"/>
                          </a:rPr>
                        </m:ctrlPr>
                      </m:sSupPr>
                      <m:e>
                        <m:r>
                          <a:rPr lang="da-DK" i="1" dirty="0" smtClean="0">
                            <a:latin typeface="Cambria Math" panose="02040503050406030204" pitchFamily="18" charset="0"/>
                          </a:rPr>
                          <m:t>𝑥</m:t>
                        </m:r>
                      </m:e>
                      <m:sup>
                        <m:r>
                          <a:rPr lang="da-DK" i="1" dirty="0" smtClean="0">
                            <a:latin typeface="Cambria Math" panose="02040503050406030204" pitchFamily="18" charset="0"/>
                          </a:rPr>
                          <m:t>2</m:t>
                        </m:r>
                      </m:sup>
                    </m:sSup>
                  </m:oMath>
                </a14:m>
                <a:r>
                  <a:rPr lang="da-DK" dirty="0">
                    <a:latin typeface="Consolas" panose="020B0609020204030204" pitchFamily="49" charset="0"/>
                  </a:rPr>
                  <a:t> og </a:t>
                </a:r>
                <a:r>
                  <a:rPr lang="da-DK" dirty="0" err="1">
                    <a:latin typeface="Consolas" panose="020B0609020204030204" pitchFamily="49" charset="0"/>
                  </a:rPr>
                  <a:t>sqrt</a:t>
                </a:r>
                <a:r>
                  <a:rPr lang="da-DK" dirty="0">
                    <a:latin typeface="Consolas" panose="020B0609020204030204" pitchFamily="49" charset="0"/>
                  </a:rPr>
                  <a:t>(x)</a:t>
                </a:r>
              </a:p>
              <a:p>
                <a:pPr marL="342900" indent="-342900">
                  <a:buFont typeface="+mj-lt"/>
                  <a:buAutoNum type="arabicPeriod"/>
                </a:pPr>
                <a:r>
                  <a:rPr lang="da-DK" dirty="0">
                    <a:latin typeface="Consolas" panose="020B0609020204030204" pitchFamily="49" charset="0"/>
                  </a:rPr>
                  <a:t>Udregn gennemsnit og standard afvigelse for alder, højde og vægt</a:t>
                </a:r>
              </a:p>
              <a:p>
                <a:pPr marL="342900" indent="-342900">
                  <a:buFont typeface="+mj-lt"/>
                  <a:buAutoNum type="arabicPeriod"/>
                </a:pPr>
                <a:r>
                  <a:rPr lang="da-DK" dirty="0">
                    <a:latin typeface="Consolas" panose="020B0609020204030204" pitchFamily="49" charset="0"/>
                  </a:rPr>
                  <a:t>Print de </a:t>
                </a:r>
                <a:r>
                  <a:rPr lang="da-DK" dirty="0" err="1">
                    <a:latin typeface="Consolas" panose="020B0609020204030204" pitchFamily="49" charset="0"/>
                  </a:rPr>
                  <a:t>descriptive</a:t>
                </a:r>
                <a:r>
                  <a:rPr lang="da-DK" dirty="0">
                    <a:latin typeface="Consolas" panose="020B0609020204030204" pitchFamily="49" charset="0"/>
                  </a:rPr>
                  <a:t> informationer ud i terminalen, sammen med antallet af patienter</a:t>
                </a:r>
              </a:p>
              <a:p>
                <a:pPr lvl="1">
                  <a:buFont typeface="Arial" panose="020B0604020202020204" pitchFamily="34" charset="0"/>
                  <a:buChar char="•"/>
                </a:pPr>
                <a:r>
                  <a:rPr lang="da-DK" dirty="0"/>
                  <a:t>gennemsnit:</a:t>
                </a:r>
                <a14:m>
                  <m:oMath xmlns:m="http://schemas.openxmlformats.org/officeDocument/2006/math">
                    <m:acc>
                      <m:accPr>
                        <m:chr m:val="̅"/>
                        <m:ctrlPr>
                          <a:rPr lang="da-DK" i="1" dirty="0">
                            <a:latin typeface="Cambria Math" panose="02040503050406030204" pitchFamily="18" charset="0"/>
                          </a:rPr>
                        </m:ctrlPr>
                      </m:accPr>
                      <m:e>
                        <m:r>
                          <a:rPr lang="da-DK" i="1" dirty="0">
                            <a:latin typeface="Cambria Math" panose="02040503050406030204" pitchFamily="18" charset="0"/>
                          </a:rPr>
                          <m:t>𝑥</m:t>
                        </m:r>
                      </m:e>
                    </m:acc>
                    <m:r>
                      <a:rPr lang="da-DK" i="1" dirty="0" smtClean="0">
                        <a:latin typeface="Cambria Math" panose="02040503050406030204" pitchFamily="18" charset="0"/>
                      </a:rPr>
                      <m:t>=</m:t>
                    </m:r>
                    <m:f>
                      <m:fPr>
                        <m:ctrlPr>
                          <a:rPr lang="da-DK" i="1" dirty="0" smtClean="0">
                            <a:latin typeface="Cambria Math" panose="02040503050406030204" pitchFamily="18" charset="0"/>
                          </a:rPr>
                        </m:ctrlPr>
                      </m:fPr>
                      <m:num>
                        <m:sSubSup>
                          <m:sSubSupPr>
                            <m:ctrlPr>
                              <a:rPr lang="da-DK" i="1" dirty="0">
                                <a:latin typeface="Cambria Math" panose="02040503050406030204" pitchFamily="18" charset="0"/>
                              </a:rPr>
                            </m:ctrlPr>
                          </m:sSubSupPr>
                          <m:e>
                            <m:r>
                              <a:rPr lang="da-DK" i="1" dirty="0">
                                <a:latin typeface="Cambria Math" panose="02040503050406030204" pitchFamily="18" charset="0"/>
                              </a:rPr>
                              <m:t>∑</m:t>
                            </m:r>
                          </m:e>
                          <m:sub>
                            <m:r>
                              <a:rPr lang="da-DK" i="1" dirty="0" err="1">
                                <a:latin typeface="Cambria Math" panose="02040503050406030204" pitchFamily="18" charset="0"/>
                              </a:rPr>
                              <m:t>𝑛</m:t>
                            </m:r>
                            <m:r>
                              <a:rPr lang="da-DK" i="1" dirty="0">
                                <a:latin typeface="Cambria Math" panose="02040503050406030204" pitchFamily="18" charset="0"/>
                              </a:rPr>
                              <m:t>=1</m:t>
                            </m:r>
                          </m:sub>
                          <m:sup>
                            <m:r>
                              <a:rPr lang="da-DK" i="1" dirty="0">
                                <a:latin typeface="Cambria Math" panose="02040503050406030204" pitchFamily="18" charset="0"/>
                              </a:rPr>
                              <m:t>𝑁</m:t>
                            </m:r>
                          </m:sup>
                        </m:sSubSup>
                        <m:r>
                          <a:rPr lang="da-DK" i="1" dirty="0">
                            <a:latin typeface="Cambria Math" panose="02040503050406030204" pitchFamily="18" charset="0"/>
                          </a:rPr>
                          <m:t> </m:t>
                        </m:r>
                        <m:r>
                          <a:rPr lang="da-DK" i="1" dirty="0">
                            <a:latin typeface="Cambria Math" panose="02040503050406030204" pitchFamily="18" charset="0"/>
                          </a:rPr>
                          <m:t>𝑥</m:t>
                        </m:r>
                        <m:d>
                          <m:dPr>
                            <m:ctrlPr>
                              <a:rPr lang="da-DK" i="1" dirty="0">
                                <a:latin typeface="Cambria Math" panose="02040503050406030204" pitchFamily="18" charset="0"/>
                              </a:rPr>
                            </m:ctrlPr>
                          </m:dPr>
                          <m:e>
                            <m:r>
                              <a:rPr lang="da-DK" i="1" dirty="0">
                                <a:latin typeface="Cambria Math" panose="02040503050406030204" pitchFamily="18" charset="0"/>
                              </a:rPr>
                              <m:t>𝑛</m:t>
                            </m:r>
                          </m:e>
                        </m:d>
                      </m:num>
                      <m:den>
                        <m:r>
                          <a:rPr lang="da-DK" b="0" i="1" dirty="0" smtClean="0">
                            <a:latin typeface="Cambria Math" panose="02040503050406030204" pitchFamily="18" charset="0"/>
                          </a:rPr>
                          <m:t>𝑁</m:t>
                        </m:r>
                      </m:den>
                    </m:f>
                  </m:oMath>
                </a14:m>
                <a:endParaRPr lang="da-DK" dirty="0"/>
              </a:p>
              <a:p>
                <a:pPr lvl="1">
                  <a:buFont typeface="Arial" panose="020B0604020202020204" pitchFamily="34" charset="0"/>
                  <a:buChar char="•"/>
                </a:pPr>
                <a:r>
                  <a:rPr lang="da-DK" dirty="0"/>
                  <a:t>standard afvigelse: </a:t>
                </a:r>
                <a14:m>
                  <m:oMath xmlns:m="http://schemas.openxmlformats.org/officeDocument/2006/math">
                    <m:r>
                      <a:rPr lang="da-DK" i="1" dirty="0" smtClean="0">
                        <a:latin typeface="Cambria Math" panose="02040503050406030204" pitchFamily="18" charset="0"/>
                      </a:rPr>
                      <m:t>𝑠</m:t>
                    </m:r>
                    <m:r>
                      <a:rPr lang="da-DK" b="0" i="1" dirty="0" smtClean="0">
                        <a:latin typeface="Cambria Math" panose="02040503050406030204" pitchFamily="18" charset="0"/>
                      </a:rPr>
                      <m:t>𝑡</m:t>
                    </m:r>
                    <m:r>
                      <a:rPr lang="da-DK" i="1" dirty="0" smtClean="0">
                        <a:latin typeface="Cambria Math" panose="02040503050406030204" pitchFamily="18" charset="0"/>
                      </a:rPr>
                      <m:t>𝑑</m:t>
                    </m:r>
                    <m:r>
                      <a:rPr lang="da-DK" i="1" dirty="0" smtClean="0">
                        <a:latin typeface="Cambria Math" panose="02040503050406030204" pitchFamily="18" charset="0"/>
                      </a:rPr>
                      <m:t> =</m:t>
                    </m:r>
                    <m:rad>
                      <m:radPr>
                        <m:degHide m:val="on"/>
                        <m:ctrlPr>
                          <a:rPr lang="da-DK" i="1" dirty="0">
                            <a:latin typeface="Cambria Math" panose="02040503050406030204" pitchFamily="18" charset="0"/>
                          </a:rPr>
                        </m:ctrlPr>
                      </m:radPr>
                      <m:deg/>
                      <m:e>
                        <m:f>
                          <m:fPr>
                            <m:ctrlPr>
                              <a:rPr lang="da-DK" i="1" dirty="0">
                                <a:latin typeface="Cambria Math" panose="02040503050406030204" pitchFamily="18" charset="0"/>
                              </a:rPr>
                            </m:ctrlPr>
                          </m:fPr>
                          <m:num>
                            <m:nary>
                              <m:naryPr>
                                <m:chr m:val="∑"/>
                                <m:ctrlPr>
                                  <a:rPr lang="da-DK" i="1" dirty="0">
                                    <a:latin typeface="Cambria Math" panose="02040503050406030204" pitchFamily="18" charset="0"/>
                                  </a:rPr>
                                </m:ctrlPr>
                              </m:naryPr>
                              <m:sub>
                                <m:r>
                                  <a:rPr lang="da-DK" i="1" dirty="0">
                                    <a:latin typeface="Cambria Math" panose="02040503050406030204" pitchFamily="18" charset="0"/>
                                  </a:rPr>
                                  <m:t>𝑛</m:t>
                                </m:r>
                                <m:r>
                                  <a:rPr lang="da-DK" i="1" dirty="0">
                                    <a:latin typeface="Cambria Math" panose="02040503050406030204" pitchFamily="18" charset="0"/>
                                  </a:rPr>
                                  <m:t>=1</m:t>
                                </m:r>
                              </m:sub>
                              <m:sup>
                                <m:r>
                                  <a:rPr lang="da-DK" i="1" dirty="0">
                                    <a:latin typeface="Cambria Math" panose="02040503050406030204" pitchFamily="18" charset="0"/>
                                  </a:rPr>
                                  <m:t>𝑁</m:t>
                                </m:r>
                              </m:sup>
                              <m:e>
                                <m:sSup>
                                  <m:sSupPr>
                                    <m:ctrlPr>
                                      <a:rPr lang="da-DK" i="1" dirty="0">
                                        <a:latin typeface="Cambria Math" panose="02040503050406030204" pitchFamily="18" charset="0"/>
                                      </a:rPr>
                                    </m:ctrlPr>
                                  </m:sSupPr>
                                  <m:e>
                                    <m:d>
                                      <m:dPr>
                                        <m:ctrlPr>
                                          <a:rPr lang="da-DK" i="1" dirty="0">
                                            <a:latin typeface="Cambria Math" panose="02040503050406030204" pitchFamily="18" charset="0"/>
                                          </a:rPr>
                                        </m:ctrlPr>
                                      </m:dPr>
                                      <m:e>
                                        <m:r>
                                          <a:rPr lang="da-DK" i="1" dirty="0">
                                            <a:latin typeface="Cambria Math" panose="02040503050406030204" pitchFamily="18" charset="0"/>
                                          </a:rPr>
                                          <m:t>𝑥</m:t>
                                        </m:r>
                                        <m:d>
                                          <m:dPr>
                                            <m:ctrlPr>
                                              <a:rPr lang="da-DK" i="1" dirty="0">
                                                <a:latin typeface="Cambria Math" panose="02040503050406030204" pitchFamily="18" charset="0"/>
                                              </a:rPr>
                                            </m:ctrlPr>
                                          </m:dPr>
                                          <m:e>
                                            <m:r>
                                              <a:rPr lang="da-DK" i="1" dirty="0">
                                                <a:latin typeface="Cambria Math" panose="02040503050406030204" pitchFamily="18" charset="0"/>
                                              </a:rPr>
                                              <m:t>𝑛</m:t>
                                            </m:r>
                                          </m:e>
                                        </m:d>
                                        <m:r>
                                          <a:rPr lang="da-DK" i="1" dirty="0">
                                            <a:latin typeface="Cambria Math" panose="02040503050406030204" pitchFamily="18" charset="0"/>
                                          </a:rPr>
                                          <m:t>−</m:t>
                                        </m:r>
                                        <m:acc>
                                          <m:accPr>
                                            <m:chr m:val="̅"/>
                                            <m:ctrlPr>
                                              <a:rPr lang="da-DK" b="0" i="1" dirty="0" smtClean="0">
                                                <a:latin typeface="Cambria Math" panose="02040503050406030204" pitchFamily="18" charset="0"/>
                                              </a:rPr>
                                            </m:ctrlPr>
                                          </m:accPr>
                                          <m:e>
                                            <m:r>
                                              <a:rPr lang="da-DK" b="0" i="1" dirty="0" smtClean="0">
                                                <a:latin typeface="Cambria Math" panose="02040503050406030204" pitchFamily="18" charset="0"/>
                                              </a:rPr>
                                              <m:t>𝑥</m:t>
                                            </m:r>
                                          </m:e>
                                        </m:acc>
                                      </m:e>
                                    </m:d>
                                  </m:e>
                                  <m:sup>
                                    <m:r>
                                      <a:rPr lang="da-DK" i="1" dirty="0">
                                        <a:latin typeface="Cambria Math" panose="02040503050406030204" pitchFamily="18" charset="0"/>
                                      </a:rPr>
                                      <m:t>2</m:t>
                                    </m:r>
                                  </m:sup>
                                </m:sSup>
                                <m:r>
                                  <a:rPr lang="da-DK" i="1" dirty="0">
                                    <a:latin typeface="Cambria Math" panose="02040503050406030204" pitchFamily="18" charset="0"/>
                                  </a:rPr>
                                  <m:t> </m:t>
                                </m:r>
                              </m:e>
                            </m:nary>
                          </m:num>
                          <m:den>
                            <m:r>
                              <a:rPr lang="da-DK" i="1" dirty="0">
                                <a:latin typeface="Cambria Math" panose="02040503050406030204" pitchFamily="18" charset="0"/>
                              </a:rPr>
                              <m:t>𝑁</m:t>
                            </m:r>
                            <m:r>
                              <a:rPr lang="da-DK" i="1" dirty="0">
                                <a:latin typeface="Cambria Math" panose="02040503050406030204" pitchFamily="18" charset="0"/>
                              </a:rPr>
                              <m:t>−1</m:t>
                            </m:r>
                          </m:den>
                        </m:f>
                      </m:e>
                    </m:rad>
                    <m:r>
                      <a:rPr lang="da-DK" i="1" dirty="0">
                        <a:latin typeface="Cambria Math" panose="02040503050406030204" pitchFamily="18" charset="0"/>
                      </a:rPr>
                      <m:t> </m:t>
                    </m:r>
                  </m:oMath>
                </a14:m>
                <a:endParaRPr lang="da-DK" dirty="0"/>
              </a:p>
            </p:txBody>
          </p:sp>
        </mc:Choice>
        <mc:Fallback xmlns="">
          <p:sp>
            <p:nvSpPr>
              <p:cNvPr id="4" name="Text Placeholder 3">
                <a:extLst>
                  <a:ext uri="{FF2B5EF4-FFF2-40B4-BE49-F238E27FC236}">
                    <a16:creationId xmlns:a16="http://schemas.microsoft.com/office/drawing/2014/main" id="{16C40AC8-92BC-EADB-4D9F-F3D0E46DC0D4}"/>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1148" t="-329"/>
                </a:stretch>
              </a:blipFill>
            </p:spPr>
            <p:txBody>
              <a:bodyPr/>
              <a:lstStyle/>
              <a:p>
                <a:r>
                  <a:rPr lang="da-DK">
                    <a:noFill/>
                  </a:rPr>
                  <a:t> </a:t>
                </a:r>
              </a:p>
            </p:txBody>
          </p:sp>
        </mc:Fallback>
      </mc:AlternateContent>
    </p:spTree>
    <p:extLst>
      <p:ext uri="{BB962C8B-B14F-4D97-AF65-F5344CB8AC3E}">
        <p14:creationId xmlns:p14="http://schemas.microsoft.com/office/powerpoint/2010/main" val="3969491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4FF3D-334B-5412-E313-81A4F9A41B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34</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20700119-3047-E5CD-11C0-3952BC8F1731}"/>
              </a:ext>
            </a:extLst>
          </p:cNvPr>
          <p:cNvSpPr>
            <a:spLocks noGrp="1"/>
          </p:cNvSpPr>
          <p:nvPr>
            <p:ph type="title"/>
          </p:nvPr>
        </p:nvSpPr>
        <p:spPr>
          <a:xfrm>
            <a:off x="587374" y="370290"/>
            <a:ext cx="9827373" cy="1474385"/>
          </a:xfrm>
        </p:spPr>
        <p:txBody>
          <a:bodyPr/>
          <a:lstStyle/>
          <a:p>
            <a:r>
              <a:rPr lang="da-DK" dirty="0">
                <a:latin typeface="Consolas" panose="020B0609020204030204" pitchFamily="49" charset="0"/>
              </a:rPr>
              <a:t>opgave: patient4</a:t>
            </a:r>
            <a:br>
              <a:rPr lang="da-DK" dirty="0">
                <a:latin typeface="Consolas" panose="020B0609020204030204" pitchFamily="49" charset="0"/>
              </a:rPr>
            </a:br>
            <a:r>
              <a:rPr lang="da-DK" dirty="0">
                <a:latin typeface="Consolas" panose="020B0609020204030204" pitchFamily="49" charset="0"/>
              </a:rPr>
              <a:t>Patient Journal</a:t>
            </a:r>
            <a:endParaRPr lang="LID4096"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6C40AC8-92BC-EADB-4D9F-F3D0E46DC0D4}"/>
                  </a:ext>
                </a:extLst>
              </p:cNvPr>
              <p:cNvSpPr>
                <a:spLocks noGrp="1"/>
              </p:cNvSpPr>
              <p:nvPr>
                <p:ph type="body" sz="quarter" idx="12"/>
              </p:nvPr>
            </p:nvSpPr>
            <p:spPr/>
            <p:txBody>
              <a:bodyPr>
                <a:normAutofit fontScale="55000" lnSpcReduction="20000"/>
              </a:bodyPr>
              <a:lstStyle/>
              <a:p>
                <a:pPr marL="0" indent="0">
                  <a:buNone/>
                </a:pPr>
                <a:r>
                  <a:rPr lang="da-DK" dirty="0">
                    <a:latin typeface="Consolas" panose="020B0609020204030204" pitchFamily="49" charset="0"/>
                  </a:rPr>
                  <a:t>Skriv kildekoden til et program patient4.c, som benytter en liste af </a:t>
                </a:r>
                <a:r>
                  <a:rPr lang="da-DK" dirty="0" err="1">
                    <a:latin typeface="Consolas" panose="020B0609020204030204" pitchFamily="49" charset="0"/>
                  </a:rPr>
                  <a:t>struct</a:t>
                </a:r>
                <a:r>
                  <a:rPr lang="da-DK" dirty="0">
                    <a:latin typeface="Consolas" panose="020B0609020204030204" pitchFamily="49" charset="0"/>
                  </a:rPr>
                  <a:t> Patient der kan indeholde data</a:t>
                </a:r>
              </a:p>
              <a:p>
                <a:pPr marL="342900" indent="-342900">
                  <a:buFont typeface="+mj-lt"/>
                  <a:buAutoNum type="arabicPeriod"/>
                </a:pPr>
                <a:r>
                  <a:rPr lang="da-DK" dirty="0">
                    <a:latin typeface="Consolas" panose="020B0609020204030204" pitchFamily="49" charset="0"/>
                  </a:rPr>
                  <a:t>Brug patient3 som udgangspunkt.</a:t>
                </a:r>
              </a:p>
              <a:p>
                <a:pPr marL="342900" indent="-342900">
                  <a:buFont typeface="+mj-lt"/>
                  <a:buAutoNum type="arabicPeriod"/>
                </a:pPr>
                <a:r>
                  <a:rPr lang="da-DK" dirty="0">
                    <a:latin typeface="Consolas" panose="020B0609020204030204" pitchFamily="49" charset="0"/>
                  </a:rPr>
                  <a:t>Definer en </a:t>
                </a:r>
                <a:r>
                  <a:rPr lang="da-DK" dirty="0" err="1">
                    <a:latin typeface="Consolas" panose="020B0609020204030204" pitchFamily="49" charset="0"/>
                  </a:rPr>
                  <a:t>enum</a:t>
                </a:r>
                <a:r>
                  <a:rPr lang="da-DK" dirty="0">
                    <a:latin typeface="Consolas" panose="020B0609020204030204" pitchFamily="49" charset="0"/>
                  </a:rPr>
                  <a:t> type </a:t>
                </a:r>
                <a:r>
                  <a:rPr lang="da-DK" dirty="0" err="1">
                    <a:latin typeface="Consolas" panose="020B0609020204030204" pitchFamily="49" charset="0"/>
                  </a:rPr>
                  <a:t>Gender</a:t>
                </a:r>
                <a:r>
                  <a:rPr lang="da-DK" dirty="0">
                    <a:latin typeface="Consolas" panose="020B0609020204030204" pitchFamily="49" charset="0"/>
                  </a:rPr>
                  <a:t>, som indeholder Male, </a:t>
                </a:r>
                <a:r>
                  <a:rPr lang="da-DK" dirty="0" err="1">
                    <a:latin typeface="Consolas" panose="020B0609020204030204" pitchFamily="49" charset="0"/>
                  </a:rPr>
                  <a:t>Female</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hlinkClick r:id="rId2"/>
                  </a:rPr>
                  <a:t>Hint: https://www.tutorialspoint.com/cprogramming/index.htm</a:t>
                </a:r>
                <a:r>
                  <a:rPr lang="da-DK" dirty="0">
                    <a:latin typeface="Consolas" panose="020B0609020204030204" pitchFamily="49" charset="0"/>
                  </a:rPr>
                  <a:t> </a:t>
                </a:r>
              </a:p>
              <a:p>
                <a:pPr marL="342900" indent="-342900">
                  <a:buFont typeface="+mj-lt"/>
                  <a:buAutoNum type="arabicPeriod"/>
                </a:pPr>
                <a:r>
                  <a:rPr lang="da-DK" dirty="0">
                    <a:latin typeface="Consolas" panose="020B0609020204030204" pitchFamily="49" charset="0"/>
                  </a:rPr>
                  <a:t>tilføj en </a:t>
                </a:r>
                <a:r>
                  <a:rPr lang="da-DK" dirty="0" err="1">
                    <a:latin typeface="Consolas" panose="020B0609020204030204" pitchFamily="49" charset="0"/>
                  </a:rPr>
                  <a:t>member</a:t>
                </a:r>
                <a:r>
                  <a:rPr lang="da-DK" dirty="0">
                    <a:latin typeface="Consolas" panose="020B0609020204030204" pitchFamily="49" charset="0"/>
                  </a:rPr>
                  <a:t>-variable </a:t>
                </a:r>
                <a:r>
                  <a:rPr lang="da-DK" dirty="0" err="1">
                    <a:latin typeface="Consolas" panose="020B0609020204030204" pitchFamily="49" charset="0"/>
                  </a:rPr>
                  <a:t>gender</a:t>
                </a:r>
                <a:r>
                  <a:rPr lang="da-DK" dirty="0">
                    <a:latin typeface="Consolas" panose="020B0609020204030204" pitchFamily="49" charset="0"/>
                  </a:rPr>
                  <a:t>, som er af datatypen </a:t>
                </a:r>
                <a:r>
                  <a:rPr lang="da-DK" dirty="0" err="1">
                    <a:latin typeface="Consolas" panose="020B0609020204030204" pitchFamily="49" charset="0"/>
                  </a:rPr>
                  <a:t>enum</a:t>
                </a:r>
                <a:r>
                  <a:rPr lang="da-DK" dirty="0">
                    <a:latin typeface="Consolas" panose="020B0609020204030204" pitchFamily="49" charset="0"/>
                  </a:rPr>
                  <a:t> </a:t>
                </a:r>
                <a:r>
                  <a:rPr lang="da-DK" dirty="0" err="1">
                    <a:latin typeface="Consolas" panose="020B0609020204030204" pitchFamily="49" charset="0"/>
                  </a:rPr>
                  <a:t>Gender</a:t>
                </a:r>
                <a:r>
                  <a:rPr lang="da-DK" dirty="0">
                    <a:latin typeface="Consolas" panose="020B0609020204030204" pitchFamily="49" charset="0"/>
                  </a:rPr>
                  <a:t>.</a:t>
                </a:r>
              </a:p>
              <a:p>
                <a:pPr marL="681038" lvl="1" indent="-342900">
                  <a:buFont typeface="+mj-lt"/>
                  <a:buAutoNum type="arabicPeriod"/>
                </a:pPr>
                <a:r>
                  <a:rPr lang="da-DK" dirty="0">
                    <a:latin typeface="Consolas" panose="020B0609020204030204" pitchFamily="49" charset="0"/>
                  </a:rPr>
                  <a:t>id 1999, age 18, </a:t>
                </a:r>
                <a:r>
                  <a:rPr lang="da-DK" dirty="0" err="1">
                    <a:latin typeface="Consolas" panose="020B0609020204030204" pitchFamily="49" charset="0"/>
                  </a:rPr>
                  <a:t>heightM</a:t>
                </a:r>
                <a:r>
                  <a:rPr lang="da-DK" dirty="0">
                    <a:latin typeface="Consolas" panose="020B0609020204030204" pitchFamily="49" charset="0"/>
                  </a:rPr>
                  <a:t> 1.82, </a:t>
                </a:r>
                <a:r>
                  <a:rPr lang="da-DK" dirty="0" err="1">
                    <a:latin typeface="Consolas" panose="020B0609020204030204" pitchFamily="49" charset="0"/>
                  </a:rPr>
                  <a:t>weightKg</a:t>
                </a:r>
                <a:r>
                  <a:rPr lang="da-DK" dirty="0">
                    <a:latin typeface="Consolas" panose="020B0609020204030204" pitchFamily="49" charset="0"/>
                  </a:rPr>
                  <a:t> 88, Male</a:t>
                </a:r>
              </a:p>
              <a:p>
                <a:pPr marL="681038" lvl="1" indent="-342900">
                  <a:buFont typeface="+mj-lt"/>
                  <a:buAutoNum type="arabicPeriod"/>
                </a:pPr>
                <a:r>
                  <a:rPr lang="da-DK" dirty="0">
                    <a:latin typeface="Consolas" panose="020B0609020204030204" pitchFamily="49" charset="0"/>
                  </a:rPr>
                  <a:t>id 1993, age 35, </a:t>
                </a:r>
                <a:r>
                  <a:rPr lang="da-DK" dirty="0" err="1">
                    <a:latin typeface="Consolas" panose="020B0609020204030204" pitchFamily="49" charset="0"/>
                  </a:rPr>
                  <a:t>heightM</a:t>
                </a:r>
                <a:r>
                  <a:rPr lang="da-DK" dirty="0">
                    <a:latin typeface="Consolas" panose="020B0609020204030204" pitchFamily="49" charset="0"/>
                  </a:rPr>
                  <a:t> 1.63, </a:t>
                </a:r>
                <a:r>
                  <a:rPr lang="da-DK" dirty="0" err="1">
                    <a:latin typeface="Consolas" panose="020B0609020204030204" pitchFamily="49" charset="0"/>
                  </a:rPr>
                  <a:t>weightKg</a:t>
                </a:r>
                <a:r>
                  <a:rPr lang="da-DK" dirty="0">
                    <a:latin typeface="Consolas" panose="020B0609020204030204" pitchFamily="49" charset="0"/>
                  </a:rPr>
                  <a:t> 69, </a:t>
                </a:r>
                <a:r>
                  <a:rPr lang="da-DK" dirty="0" err="1">
                    <a:latin typeface="Consolas" panose="020B0609020204030204" pitchFamily="49" charset="0"/>
                  </a:rPr>
                  <a:t>Female</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rPr>
                  <a:t>id 899 , age 25, </a:t>
                </a:r>
                <a:r>
                  <a:rPr lang="da-DK" dirty="0" err="1">
                    <a:latin typeface="Consolas" panose="020B0609020204030204" pitchFamily="49" charset="0"/>
                  </a:rPr>
                  <a:t>heightM</a:t>
                </a:r>
                <a:r>
                  <a:rPr lang="da-DK" dirty="0">
                    <a:latin typeface="Consolas" panose="020B0609020204030204" pitchFamily="49" charset="0"/>
                  </a:rPr>
                  <a:t> 1.80, </a:t>
                </a:r>
                <a:r>
                  <a:rPr lang="da-DK" dirty="0" err="1">
                    <a:latin typeface="Consolas" panose="020B0609020204030204" pitchFamily="49" charset="0"/>
                  </a:rPr>
                  <a:t>weightKg</a:t>
                </a:r>
                <a:r>
                  <a:rPr lang="da-DK" dirty="0">
                    <a:latin typeface="Consolas" panose="020B0609020204030204" pitchFamily="49" charset="0"/>
                  </a:rPr>
                  <a:t> 75, Male</a:t>
                </a:r>
              </a:p>
              <a:p>
                <a:pPr marL="681038" lvl="1" indent="-342900">
                  <a:buFont typeface="+mj-lt"/>
                  <a:buAutoNum type="arabicPeriod"/>
                </a:pPr>
                <a:r>
                  <a:rPr lang="da-DK" dirty="0">
                    <a:latin typeface="Consolas" panose="020B0609020204030204" pitchFamily="49" charset="0"/>
                  </a:rPr>
                  <a:t>id 9783, age 31, </a:t>
                </a:r>
                <a:r>
                  <a:rPr lang="da-DK" dirty="0" err="1">
                    <a:latin typeface="Consolas" panose="020B0609020204030204" pitchFamily="49" charset="0"/>
                  </a:rPr>
                  <a:t>heightM</a:t>
                </a:r>
                <a:r>
                  <a:rPr lang="da-DK" dirty="0">
                    <a:latin typeface="Consolas" panose="020B0609020204030204" pitchFamily="49" charset="0"/>
                  </a:rPr>
                  <a:t> 1.51, </a:t>
                </a:r>
                <a:r>
                  <a:rPr lang="da-DK" dirty="0" err="1">
                    <a:latin typeface="Consolas" panose="020B0609020204030204" pitchFamily="49" charset="0"/>
                  </a:rPr>
                  <a:t>weightKg</a:t>
                </a:r>
                <a:r>
                  <a:rPr lang="da-DK" dirty="0">
                    <a:latin typeface="Consolas" panose="020B0609020204030204" pitchFamily="49" charset="0"/>
                  </a:rPr>
                  <a:t> 70, </a:t>
                </a:r>
                <a:r>
                  <a:rPr lang="da-DK" dirty="0" err="1">
                    <a:latin typeface="Consolas" panose="020B0609020204030204" pitchFamily="49" charset="0"/>
                  </a:rPr>
                  <a:t>Female</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rPr>
                  <a:t>id 6446, age 29, </a:t>
                </a:r>
                <a:r>
                  <a:rPr lang="da-DK" dirty="0" err="1">
                    <a:latin typeface="Consolas" panose="020B0609020204030204" pitchFamily="49" charset="0"/>
                  </a:rPr>
                  <a:t>heightM</a:t>
                </a:r>
                <a:r>
                  <a:rPr lang="da-DK" dirty="0">
                    <a:latin typeface="Consolas" panose="020B0609020204030204" pitchFamily="49" charset="0"/>
                  </a:rPr>
                  <a:t> 1.75, </a:t>
                </a:r>
                <a:r>
                  <a:rPr lang="da-DK" dirty="0" err="1">
                    <a:latin typeface="Consolas" panose="020B0609020204030204" pitchFamily="49" charset="0"/>
                  </a:rPr>
                  <a:t>weightKg</a:t>
                </a:r>
                <a:r>
                  <a:rPr lang="da-DK" dirty="0">
                    <a:latin typeface="Consolas" panose="020B0609020204030204" pitchFamily="49" charset="0"/>
                  </a:rPr>
                  <a:t> 63, </a:t>
                </a:r>
                <a:r>
                  <a:rPr lang="da-DK" dirty="0" err="1">
                    <a:latin typeface="Consolas" panose="020B0609020204030204" pitchFamily="49" charset="0"/>
                  </a:rPr>
                  <a:t>Female</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rPr>
                  <a:t>id  16 , age 56, </a:t>
                </a:r>
                <a:r>
                  <a:rPr lang="da-DK" dirty="0" err="1">
                    <a:latin typeface="Consolas" panose="020B0609020204030204" pitchFamily="49" charset="0"/>
                  </a:rPr>
                  <a:t>heightM</a:t>
                </a:r>
                <a:r>
                  <a:rPr lang="da-DK" dirty="0">
                    <a:latin typeface="Consolas" panose="020B0609020204030204" pitchFamily="49" charset="0"/>
                  </a:rPr>
                  <a:t> 1.52, </a:t>
                </a:r>
                <a:r>
                  <a:rPr lang="da-DK" dirty="0" err="1">
                    <a:latin typeface="Consolas" panose="020B0609020204030204" pitchFamily="49" charset="0"/>
                  </a:rPr>
                  <a:t>weightKg</a:t>
                </a:r>
                <a:r>
                  <a:rPr lang="da-DK" dirty="0">
                    <a:latin typeface="Consolas" panose="020B0609020204030204" pitchFamily="49" charset="0"/>
                  </a:rPr>
                  <a:t> 54, </a:t>
                </a:r>
                <a:r>
                  <a:rPr lang="da-DK" dirty="0" err="1">
                    <a:latin typeface="Consolas" panose="020B0609020204030204" pitchFamily="49" charset="0"/>
                  </a:rPr>
                  <a:t>Female</a:t>
                </a:r>
                <a:endParaRPr lang="da-DK" dirty="0">
                  <a:latin typeface="Consolas" panose="020B0609020204030204" pitchFamily="49" charset="0"/>
                </a:endParaRPr>
              </a:p>
              <a:p>
                <a:pPr marL="681038" lvl="1" indent="-342900">
                  <a:buFont typeface="+mj-lt"/>
                  <a:buAutoNum type="arabicPeriod"/>
                </a:pPr>
                <a:r>
                  <a:rPr lang="da-DK" dirty="0">
                    <a:latin typeface="Consolas" panose="020B0609020204030204" pitchFamily="49" charset="0"/>
                  </a:rPr>
                  <a:t>id  16 , age 16, </a:t>
                </a:r>
                <a:r>
                  <a:rPr lang="da-DK" dirty="0" err="1">
                    <a:latin typeface="Consolas" panose="020B0609020204030204" pitchFamily="49" charset="0"/>
                  </a:rPr>
                  <a:t>heightM</a:t>
                </a:r>
                <a:r>
                  <a:rPr lang="da-DK" dirty="0">
                    <a:latin typeface="Consolas" panose="020B0609020204030204" pitchFamily="49" charset="0"/>
                  </a:rPr>
                  <a:t> 1.65, </a:t>
                </a:r>
                <a:r>
                  <a:rPr lang="da-DK" dirty="0" err="1">
                    <a:latin typeface="Consolas" panose="020B0609020204030204" pitchFamily="49" charset="0"/>
                  </a:rPr>
                  <a:t>weightKg</a:t>
                </a:r>
                <a:r>
                  <a:rPr lang="da-DK" dirty="0">
                    <a:latin typeface="Consolas" panose="020B0609020204030204" pitchFamily="49" charset="0"/>
                  </a:rPr>
                  <a:t> 50, Male</a:t>
                </a:r>
              </a:p>
              <a:p>
                <a:pPr marL="342900" indent="-342900">
                  <a:buFont typeface="+mj-lt"/>
                  <a:buAutoNum type="arabicPeriod"/>
                </a:pPr>
                <a:r>
                  <a:rPr lang="da-DK" dirty="0">
                    <a:latin typeface="Consolas" panose="020B0609020204030204" pitchFamily="49" charset="0"/>
                  </a:rPr>
                  <a:t>Udregn og print gennemsnit og standard afvigelse for alder, højde og vægt, for hhv. Mænd og kvinder</a:t>
                </a:r>
              </a:p>
              <a:p>
                <a:pPr marL="681038" lvl="1" indent="-342900">
                  <a:buFont typeface="+mj-lt"/>
                  <a:buAutoNum type="arabicPeriod"/>
                </a:pPr>
                <a:r>
                  <a:rPr lang="da-DK" dirty="0">
                    <a:latin typeface="Consolas" panose="020B0609020204030204" pitchFamily="49" charset="0"/>
                  </a:rPr>
                  <a:t>Overvej hvordan man skal håndterer om det er en mand/kvinde, og hvordan p08_patient3 udregningerne skal ændres, så det stadig er korrekt.</a:t>
                </a:r>
              </a:p>
              <a:p>
                <a:pPr marL="681038" lvl="1" indent="-342900">
                  <a:buFont typeface="+mj-lt"/>
                  <a:buAutoNum type="arabicPeriod"/>
                </a:pPr>
                <a:r>
                  <a:rPr lang="da-DK" dirty="0">
                    <a:latin typeface="Consolas" panose="020B0609020204030204" pitchFamily="49" charset="0"/>
                  </a:rPr>
                  <a:t>Hint 1: overvej om man ikke kan gemme antallet af observationer for hhv. mænd / kvinder i den statistiske </a:t>
                </a:r>
                <a:r>
                  <a:rPr lang="da-DK" dirty="0" err="1">
                    <a:latin typeface="Consolas" panose="020B0609020204030204" pitchFamily="49" charset="0"/>
                  </a:rPr>
                  <a:t>struct</a:t>
                </a:r>
                <a:r>
                  <a:rPr lang="da-DK" dirty="0">
                    <a:latin typeface="Consolas" panose="020B0609020204030204" pitchFamily="49" charset="0"/>
                  </a:rPr>
                  <a:t>.</a:t>
                </a:r>
              </a:p>
              <a:p>
                <a:pPr lvl="1">
                  <a:buFont typeface="Arial" panose="020B0604020202020204" pitchFamily="34" charset="0"/>
                  <a:buChar char="•"/>
                </a:pPr>
                <a:r>
                  <a:rPr lang="da-DK" dirty="0"/>
                  <a:t>gennemsnit: </a:t>
                </a:r>
                <a14:m>
                  <m:oMath xmlns:m="http://schemas.openxmlformats.org/officeDocument/2006/math">
                    <m:r>
                      <a:rPr lang="da-DK" i="1" dirty="0" smtClean="0">
                        <a:latin typeface="Cambria Math" panose="02040503050406030204" pitchFamily="18" charset="0"/>
                      </a:rPr>
                      <m:t>𝑚</m:t>
                    </m:r>
                    <m:r>
                      <a:rPr lang="da-DK" b="0" i="1" dirty="0" smtClean="0">
                        <a:latin typeface="Cambria Math" panose="02040503050406030204" pitchFamily="18" charset="0"/>
                      </a:rPr>
                      <m:t>𝑒𝑎𝑛</m:t>
                    </m:r>
                    <m:r>
                      <a:rPr lang="da-DK" i="1" dirty="0" smtClean="0">
                        <a:latin typeface="Cambria Math" panose="02040503050406030204" pitchFamily="18" charset="0"/>
                      </a:rPr>
                      <m:t>=</m:t>
                    </m:r>
                    <m:f>
                      <m:fPr>
                        <m:ctrlPr>
                          <a:rPr lang="da-DK" i="1" dirty="0" smtClean="0">
                            <a:latin typeface="Cambria Math" panose="02040503050406030204" pitchFamily="18" charset="0"/>
                          </a:rPr>
                        </m:ctrlPr>
                      </m:fPr>
                      <m:num>
                        <m:sSubSup>
                          <m:sSubSupPr>
                            <m:ctrlPr>
                              <a:rPr lang="da-DK" i="1" dirty="0">
                                <a:latin typeface="Cambria Math" panose="02040503050406030204" pitchFamily="18" charset="0"/>
                              </a:rPr>
                            </m:ctrlPr>
                          </m:sSubSupPr>
                          <m:e>
                            <m:r>
                              <a:rPr lang="da-DK" i="1" dirty="0">
                                <a:latin typeface="Cambria Math" panose="02040503050406030204" pitchFamily="18" charset="0"/>
                              </a:rPr>
                              <m:t>∑</m:t>
                            </m:r>
                          </m:e>
                          <m:sub>
                            <m:r>
                              <a:rPr lang="da-DK" i="1" dirty="0" err="1">
                                <a:latin typeface="Cambria Math" panose="02040503050406030204" pitchFamily="18" charset="0"/>
                              </a:rPr>
                              <m:t>𝑛</m:t>
                            </m:r>
                            <m:r>
                              <a:rPr lang="da-DK" i="1" dirty="0">
                                <a:latin typeface="Cambria Math" panose="02040503050406030204" pitchFamily="18" charset="0"/>
                              </a:rPr>
                              <m:t>=1</m:t>
                            </m:r>
                          </m:sub>
                          <m:sup>
                            <m:r>
                              <a:rPr lang="da-DK" i="1" dirty="0">
                                <a:latin typeface="Cambria Math" panose="02040503050406030204" pitchFamily="18" charset="0"/>
                              </a:rPr>
                              <m:t>𝑁</m:t>
                            </m:r>
                          </m:sup>
                        </m:sSubSup>
                        <m:r>
                          <a:rPr lang="da-DK" i="1" dirty="0">
                            <a:latin typeface="Cambria Math" panose="02040503050406030204" pitchFamily="18" charset="0"/>
                          </a:rPr>
                          <m:t> </m:t>
                        </m:r>
                        <m:r>
                          <a:rPr lang="da-DK" i="1" dirty="0">
                            <a:latin typeface="Cambria Math" panose="02040503050406030204" pitchFamily="18" charset="0"/>
                          </a:rPr>
                          <m:t>𝑥</m:t>
                        </m:r>
                        <m:d>
                          <m:dPr>
                            <m:ctrlPr>
                              <a:rPr lang="da-DK" i="1" dirty="0">
                                <a:latin typeface="Cambria Math" panose="02040503050406030204" pitchFamily="18" charset="0"/>
                              </a:rPr>
                            </m:ctrlPr>
                          </m:dPr>
                          <m:e>
                            <m:r>
                              <a:rPr lang="da-DK" i="1" dirty="0">
                                <a:latin typeface="Cambria Math" panose="02040503050406030204" pitchFamily="18" charset="0"/>
                              </a:rPr>
                              <m:t>𝑛</m:t>
                            </m:r>
                          </m:e>
                        </m:d>
                      </m:num>
                      <m:den>
                        <m:r>
                          <a:rPr lang="da-DK" b="0" i="1" dirty="0" smtClean="0">
                            <a:latin typeface="Cambria Math" panose="02040503050406030204" pitchFamily="18" charset="0"/>
                          </a:rPr>
                          <m:t>𝑁</m:t>
                        </m:r>
                      </m:den>
                    </m:f>
                  </m:oMath>
                </a14:m>
                <a:endParaRPr lang="da-DK" dirty="0"/>
              </a:p>
              <a:p>
                <a:pPr lvl="1">
                  <a:buFont typeface="Arial" panose="020B0604020202020204" pitchFamily="34" charset="0"/>
                  <a:buChar char="•"/>
                </a:pPr>
                <a:r>
                  <a:rPr lang="da-DK" dirty="0"/>
                  <a:t>standard afvigelse: </a:t>
                </a:r>
                <a14:m>
                  <m:oMath xmlns:m="http://schemas.openxmlformats.org/officeDocument/2006/math">
                    <m:r>
                      <a:rPr lang="da-DK" i="1" dirty="0" smtClean="0">
                        <a:latin typeface="Cambria Math" panose="02040503050406030204" pitchFamily="18" charset="0"/>
                      </a:rPr>
                      <m:t>𝑠</m:t>
                    </m:r>
                    <m:r>
                      <a:rPr lang="da-DK" b="0" i="1" dirty="0" smtClean="0">
                        <a:latin typeface="Cambria Math" panose="02040503050406030204" pitchFamily="18" charset="0"/>
                      </a:rPr>
                      <m:t>𝑡</m:t>
                    </m:r>
                    <m:r>
                      <a:rPr lang="da-DK" i="1" dirty="0" smtClean="0">
                        <a:latin typeface="Cambria Math" panose="02040503050406030204" pitchFamily="18" charset="0"/>
                      </a:rPr>
                      <m:t>𝑑</m:t>
                    </m:r>
                    <m:r>
                      <a:rPr lang="da-DK" i="1" dirty="0" smtClean="0">
                        <a:latin typeface="Cambria Math" panose="02040503050406030204" pitchFamily="18" charset="0"/>
                      </a:rPr>
                      <m:t> =</m:t>
                    </m:r>
                    <m:nary>
                      <m:naryPr>
                        <m:chr m:val="∑"/>
                        <m:ctrlPr>
                          <a:rPr lang="da-DK" b="0" i="1" dirty="0" smtClean="0">
                            <a:latin typeface="Cambria Math" panose="02040503050406030204" pitchFamily="18" charset="0"/>
                          </a:rPr>
                        </m:ctrlPr>
                      </m:naryPr>
                      <m:sub>
                        <m:r>
                          <a:rPr lang="da-DK" b="0" i="1" dirty="0" smtClean="0">
                            <a:latin typeface="Cambria Math" panose="02040503050406030204" pitchFamily="18" charset="0"/>
                          </a:rPr>
                          <m:t>𝑛</m:t>
                        </m:r>
                        <m:r>
                          <a:rPr lang="da-DK" b="0" i="1" dirty="0" smtClean="0">
                            <a:latin typeface="Cambria Math" panose="02040503050406030204" pitchFamily="18" charset="0"/>
                          </a:rPr>
                          <m:t>=1</m:t>
                        </m:r>
                      </m:sub>
                      <m:sup>
                        <m:r>
                          <a:rPr lang="da-DK" b="0" i="1" dirty="0" smtClean="0">
                            <a:latin typeface="Cambria Math" panose="02040503050406030204" pitchFamily="18" charset="0"/>
                          </a:rPr>
                          <m:t>𝑁</m:t>
                        </m:r>
                      </m:sup>
                      <m:e>
                        <m:r>
                          <a:rPr lang="da-DK" b="0" i="1" dirty="0" smtClean="0">
                            <a:latin typeface="Cambria Math" panose="02040503050406030204" pitchFamily="18" charset="0"/>
                          </a:rPr>
                          <m:t>𝑥</m:t>
                        </m:r>
                        <m:d>
                          <m:dPr>
                            <m:ctrlPr>
                              <a:rPr lang="da-DK" b="0" i="1" dirty="0" smtClean="0">
                                <a:latin typeface="Cambria Math" panose="02040503050406030204" pitchFamily="18" charset="0"/>
                              </a:rPr>
                            </m:ctrlPr>
                          </m:dPr>
                          <m:e>
                            <m:r>
                              <a:rPr lang="da-DK" b="0" i="1" dirty="0" smtClean="0">
                                <a:latin typeface="Cambria Math" panose="02040503050406030204" pitchFamily="18" charset="0"/>
                              </a:rPr>
                              <m:t>𝑛</m:t>
                            </m:r>
                          </m:e>
                        </m:d>
                        <m:r>
                          <a:rPr lang="da-DK" b="0" i="1" dirty="0" smtClean="0">
                            <a:latin typeface="Cambria Math" panose="02040503050406030204" pitchFamily="18" charset="0"/>
                          </a:rPr>
                          <m:t>−</m:t>
                        </m:r>
                        <m:r>
                          <a:rPr lang="da-DK" b="0" i="1" dirty="0" smtClean="0">
                            <a:latin typeface="Cambria Math" panose="02040503050406030204" pitchFamily="18" charset="0"/>
                          </a:rPr>
                          <m:t>𝑚𝑒𝑎𝑛</m:t>
                        </m:r>
                      </m:e>
                    </m:nary>
                  </m:oMath>
                </a14:m>
                <a:endParaRPr lang="da-DK" dirty="0">
                  <a:latin typeface="Consolas" panose="020B0609020204030204" pitchFamily="49" charset="0"/>
                </a:endParaRPr>
              </a:p>
              <a:p>
                <a:pPr marL="342900" indent="-342900">
                  <a:buFont typeface="+mj-lt"/>
                  <a:buAutoNum type="arabicPeriod"/>
                </a:pPr>
                <a:endParaRPr lang="LID4096" dirty="0">
                  <a:latin typeface="Consolas" panose="020B0609020204030204" pitchFamily="49" charset="0"/>
                </a:endParaRPr>
              </a:p>
            </p:txBody>
          </p:sp>
        </mc:Choice>
        <mc:Fallback xmlns="">
          <p:sp>
            <p:nvSpPr>
              <p:cNvPr id="4" name="Text Placeholder 3">
                <a:extLst>
                  <a:ext uri="{FF2B5EF4-FFF2-40B4-BE49-F238E27FC236}">
                    <a16:creationId xmlns:a16="http://schemas.microsoft.com/office/drawing/2014/main" id="{16C40AC8-92BC-EADB-4D9F-F3D0E46DC0D4}"/>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689" b="-4778"/>
                </a:stretch>
              </a:blipFill>
            </p:spPr>
            <p:txBody>
              <a:bodyPr/>
              <a:lstStyle/>
              <a:p>
                <a:r>
                  <a:rPr lang="da-DK">
                    <a:noFill/>
                  </a:rPr>
                  <a:t> </a:t>
                </a:r>
              </a:p>
            </p:txBody>
          </p:sp>
        </mc:Fallback>
      </mc:AlternateContent>
    </p:spTree>
    <p:extLst>
      <p:ext uri="{BB962C8B-B14F-4D97-AF65-F5344CB8AC3E}">
        <p14:creationId xmlns:p14="http://schemas.microsoft.com/office/powerpoint/2010/main" val="3859974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el 4">
            <a:extLst>
              <a:ext uri="{FF2B5EF4-FFF2-40B4-BE49-F238E27FC236}">
                <a16:creationId xmlns:a16="http://schemas.microsoft.com/office/drawing/2014/main" id="{EB301296-A25E-4A2A-97B0-304EF4B71F17}"/>
              </a:ext>
            </a:extLst>
          </p:cNvPr>
          <p:cNvSpPr>
            <a:spLocks noGrp="1"/>
          </p:cNvSpPr>
          <p:nvPr>
            <p:ph type="title"/>
          </p:nvPr>
        </p:nvSpPr>
        <p:spPr>
          <a:xfrm>
            <a:off x="587374" y="370290"/>
            <a:ext cx="11017252" cy="1474385"/>
          </a:xfrm>
        </p:spPr>
        <p:txBody>
          <a:bodyPr/>
          <a:lstStyle/>
          <a:p>
            <a:r>
              <a:rPr lang="da-DK" sz="2800" dirty="0"/>
              <a:t>Gennemgang af opgaveløsning fra sidste kursusgang</a:t>
            </a:r>
          </a:p>
        </p:txBody>
      </p:sp>
      <p:sp>
        <p:nvSpPr>
          <p:cNvPr id="11" name="Pladsholder til tekst 4">
            <a:extLst>
              <a:ext uri="{FF2B5EF4-FFF2-40B4-BE49-F238E27FC236}">
                <a16:creationId xmlns:a16="http://schemas.microsoft.com/office/drawing/2014/main" id="{2C51DE19-403C-4EBF-827A-54B49151CA15}"/>
              </a:ext>
            </a:extLst>
          </p:cNvPr>
          <p:cNvSpPr>
            <a:spLocks noGrp="1"/>
          </p:cNvSpPr>
          <p:nvPr>
            <p:ph type="body" sz="quarter" idx="12"/>
          </p:nvPr>
        </p:nvSpPr>
        <p:spPr>
          <a:xfrm>
            <a:off x="587374" y="1052345"/>
            <a:ext cx="10804876" cy="4843129"/>
          </a:xfrm>
        </p:spPr>
        <p:txBody>
          <a:bodyPr>
            <a:noAutofit/>
          </a:bodyPr>
          <a:lstStyle/>
          <a:p>
            <a:pPr marL="0" indent="0">
              <a:buNone/>
            </a:pPr>
            <a:r>
              <a:rPr lang="da-DK" dirty="0"/>
              <a:t>Skriv et program til jeres ESP32 der skal kunne rumme variabler til brug for et elektronisk patient-system.</a:t>
            </a:r>
          </a:p>
          <a:p>
            <a:pPr marL="0" indent="0">
              <a:buNone/>
            </a:pPr>
            <a:r>
              <a:rPr lang="da-DK" dirty="0" err="1"/>
              <a:t>Forename</a:t>
            </a:r>
            <a:br>
              <a:rPr lang="da-DK" dirty="0"/>
            </a:br>
            <a:r>
              <a:rPr lang="da-DK" dirty="0" err="1"/>
              <a:t>Middlename</a:t>
            </a:r>
            <a:br>
              <a:rPr lang="da-DK" dirty="0"/>
            </a:br>
            <a:r>
              <a:rPr lang="da-DK" dirty="0" err="1"/>
              <a:t>Surname</a:t>
            </a:r>
            <a:br>
              <a:rPr lang="da-DK" dirty="0"/>
            </a:br>
            <a:r>
              <a:rPr lang="da-DK" dirty="0"/>
              <a:t>Age</a:t>
            </a:r>
            <a:br>
              <a:rPr lang="da-DK" dirty="0"/>
            </a:br>
            <a:r>
              <a:rPr lang="da-DK" dirty="0" err="1"/>
              <a:t>Gender</a:t>
            </a:r>
            <a:br>
              <a:rPr lang="da-DK" dirty="0"/>
            </a:br>
            <a:r>
              <a:rPr lang="en-US" dirty="0">
                <a:effectLst/>
                <a:latin typeface="Arial" panose="020B0604020202020204" pitchFamily="34" charset="0"/>
              </a:rPr>
              <a:t>Marital Status</a:t>
            </a:r>
            <a:br>
              <a:rPr lang="da-DK" dirty="0">
                <a:effectLst/>
                <a:latin typeface="Arial" panose="020B0604020202020204" pitchFamily="34" charset="0"/>
              </a:rPr>
            </a:br>
            <a:r>
              <a:rPr lang="da-DK" dirty="0"/>
              <a:t>Address</a:t>
            </a:r>
            <a:br>
              <a:rPr lang="da-DK" dirty="0"/>
            </a:br>
            <a:r>
              <a:rPr lang="da-DK" dirty="0" err="1"/>
              <a:t>Weight</a:t>
            </a:r>
            <a:br>
              <a:rPr lang="da-DK" dirty="0"/>
            </a:br>
            <a:r>
              <a:rPr lang="da-DK" dirty="0" err="1"/>
              <a:t>Height</a:t>
            </a:r>
            <a:br>
              <a:rPr lang="da-DK" dirty="0"/>
            </a:br>
            <a:r>
              <a:rPr lang="en-US" dirty="0">
                <a:effectLst/>
                <a:latin typeface="Arial" panose="020B0604020202020204" pitchFamily="34" charset="0"/>
              </a:rPr>
              <a:t>Nationality</a:t>
            </a:r>
            <a:br>
              <a:rPr lang="en-US" dirty="0">
                <a:latin typeface="Arial" panose="020B0604020202020204" pitchFamily="34" charset="0"/>
              </a:rPr>
            </a:br>
            <a:r>
              <a:rPr lang="en-US" dirty="0">
                <a:effectLst/>
                <a:latin typeface="Arial" panose="020B0604020202020204" pitchFamily="34" charset="0"/>
              </a:rPr>
              <a:t>Ethnicity</a:t>
            </a:r>
            <a:r>
              <a:rPr lang="da-DK" dirty="0"/>
              <a:t> </a:t>
            </a:r>
          </a:p>
          <a:p>
            <a:pPr marL="0" indent="0">
              <a:buNone/>
            </a:pPr>
            <a:endParaRPr lang="da-DK" dirty="0"/>
          </a:p>
        </p:txBody>
      </p:sp>
      <p:pic>
        <p:nvPicPr>
          <p:cNvPr id="13" name="Billede 12">
            <a:extLst>
              <a:ext uri="{FF2B5EF4-FFF2-40B4-BE49-F238E27FC236}">
                <a16:creationId xmlns:a16="http://schemas.microsoft.com/office/drawing/2014/main" id="{2DAF6698-B2D0-4E39-97B1-AF4976F99016}"/>
              </a:ext>
            </a:extLst>
          </p:cNvPr>
          <p:cNvPicPr>
            <a:picLocks noChangeAspect="1"/>
          </p:cNvPicPr>
          <p:nvPr/>
        </p:nvPicPr>
        <p:blipFill>
          <a:blip r:embed="rId2"/>
          <a:stretch>
            <a:fillRect/>
          </a:stretch>
        </p:blipFill>
        <p:spPr>
          <a:xfrm>
            <a:off x="2635093" y="1493419"/>
            <a:ext cx="6921814" cy="52862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26058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BA4BC18E-3FBA-4270-8372-BC17D26F78B5}"/>
              </a:ext>
            </a:extLst>
          </p:cNvPr>
          <p:cNvSpPr>
            <a:spLocks noGrp="1"/>
          </p:cNvSpPr>
          <p:nvPr>
            <p:ph type="sldNum" sz="quarter" idx="4"/>
          </p:nvPr>
        </p:nvSpPr>
        <p:spPr/>
        <p:txBody>
          <a:bodyPr/>
          <a:lstStyle/>
          <a:p>
            <a:fld id="{D8D877B3-D348-4611-9BDB-C5374591D951}" type="slidenum">
              <a:rPr lang="en-US" smtClean="0"/>
              <a:pPr/>
              <a:t>36</a:t>
            </a:fld>
            <a:endParaRPr lang="en-US" dirty="0"/>
          </a:p>
        </p:txBody>
      </p:sp>
      <p:sp>
        <p:nvSpPr>
          <p:cNvPr id="5" name="Titel 4">
            <a:extLst>
              <a:ext uri="{FF2B5EF4-FFF2-40B4-BE49-F238E27FC236}">
                <a16:creationId xmlns:a16="http://schemas.microsoft.com/office/drawing/2014/main" id="{38CA2D84-B5B0-4308-B883-270786875307}"/>
              </a:ext>
            </a:extLst>
          </p:cNvPr>
          <p:cNvSpPr>
            <a:spLocks noGrp="1"/>
          </p:cNvSpPr>
          <p:nvPr>
            <p:ph type="title"/>
          </p:nvPr>
        </p:nvSpPr>
        <p:spPr>
          <a:xfrm>
            <a:off x="587374" y="370290"/>
            <a:ext cx="11017252" cy="1474385"/>
          </a:xfrm>
        </p:spPr>
        <p:txBody>
          <a:bodyPr/>
          <a:lstStyle/>
          <a:p>
            <a:r>
              <a:rPr lang="da-DK" sz="2800" dirty="0"/>
              <a:t>Gennemgang af opgaveløsning fra sidste kursusgang</a:t>
            </a:r>
          </a:p>
        </p:txBody>
      </p:sp>
      <p:pic>
        <p:nvPicPr>
          <p:cNvPr id="7" name="Billede 6">
            <a:extLst>
              <a:ext uri="{FF2B5EF4-FFF2-40B4-BE49-F238E27FC236}">
                <a16:creationId xmlns:a16="http://schemas.microsoft.com/office/drawing/2014/main" id="{7C91C85A-06FC-40BE-AB59-3DB138DD2AE4}"/>
              </a:ext>
            </a:extLst>
          </p:cNvPr>
          <p:cNvPicPr>
            <a:picLocks noChangeAspect="1"/>
          </p:cNvPicPr>
          <p:nvPr/>
        </p:nvPicPr>
        <p:blipFill>
          <a:blip r:embed="rId2"/>
          <a:stretch>
            <a:fillRect/>
          </a:stretch>
        </p:blipFill>
        <p:spPr>
          <a:xfrm>
            <a:off x="707095" y="1426719"/>
            <a:ext cx="7423203" cy="22120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Billede 8">
            <a:extLst>
              <a:ext uri="{FF2B5EF4-FFF2-40B4-BE49-F238E27FC236}">
                <a16:creationId xmlns:a16="http://schemas.microsoft.com/office/drawing/2014/main" id="{9EB74AC0-745C-4366-9977-E40EBD05929C}"/>
              </a:ext>
            </a:extLst>
          </p:cNvPr>
          <p:cNvPicPr>
            <a:picLocks noChangeAspect="1"/>
          </p:cNvPicPr>
          <p:nvPr/>
        </p:nvPicPr>
        <p:blipFill>
          <a:blip r:embed="rId3"/>
          <a:stretch>
            <a:fillRect/>
          </a:stretch>
        </p:blipFill>
        <p:spPr>
          <a:xfrm>
            <a:off x="7235137" y="1891055"/>
            <a:ext cx="3897508" cy="3495337"/>
          </a:xfrm>
          <a:prstGeom prst="rect">
            <a:avLst/>
          </a:prstGeom>
        </p:spPr>
      </p:pic>
      <p:sp>
        <p:nvSpPr>
          <p:cNvPr id="11" name="Tekstfelt 10">
            <a:extLst>
              <a:ext uri="{FF2B5EF4-FFF2-40B4-BE49-F238E27FC236}">
                <a16:creationId xmlns:a16="http://schemas.microsoft.com/office/drawing/2014/main" id="{CF195935-78F2-4EF2-9BDC-F4F7BDD8C7D7}"/>
              </a:ext>
            </a:extLst>
          </p:cNvPr>
          <p:cNvSpPr txBox="1"/>
          <p:nvPr/>
        </p:nvSpPr>
        <p:spPr>
          <a:xfrm>
            <a:off x="587373" y="4003699"/>
            <a:ext cx="6647763" cy="2308324"/>
          </a:xfrm>
          <a:prstGeom prst="rect">
            <a:avLst/>
          </a:prstGeom>
          <a:noFill/>
        </p:spPr>
        <p:txBody>
          <a:bodyPr wrap="square">
            <a:spAutoFit/>
          </a:bodyPr>
          <a:lstStyle/>
          <a:p>
            <a:r>
              <a:rPr lang="da-DK" dirty="0"/>
              <a:t>Vi har en særlig udfordring, når vi ønsker at anvende de danske bogstaver æ, ø og å. Udfordringen med at afgøre om en tekst udelukkende indeholder danske bogstaver vil vi gennemgå i kursusgang 7, der kommer til at handle om tegn og tekststrenge.  </a:t>
            </a:r>
          </a:p>
          <a:p>
            <a:endParaRPr lang="da-DK" dirty="0"/>
          </a:p>
          <a:p>
            <a:r>
              <a:rPr lang="da-DK" dirty="0"/>
              <a:t>Tekst-strengen ”Søren” indeholder 5 symboler, men stregen har en længde på 6!</a:t>
            </a:r>
            <a:endParaRPr lang="en-US" dirty="0"/>
          </a:p>
        </p:txBody>
      </p:sp>
    </p:spTree>
    <p:extLst>
      <p:ext uri="{BB962C8B-B14F-4D97-AF65-F5344CB8AC3E}">
        <p14:creationId xmlns:p14="http://schemas.microsoft.com/office/powerpoint/2010/main" val="4173493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F89A824D-B520-40EC-AF97-074848BBBC90}"/>
              </a:ext>
            </a:extLst>
          </p:cNvPr>
          <p:cNvSpPr>
            <a:spLocks noGrp="1"/>
          </p:cNvSpPr>
          <p:nvPr>
            <p:ph type="sldNum" sz="quarter" idx="4"/>
          </p:nvPr>
        </p:nvSpPr>
        <p:spPr/>
        <p:txBody>
          <a:bodyPr/>
          <a:lstStyle/>
          <a:p>
            <a:fld id="{D8D877B3-D348-4611-9BDB-C5374591D951}" type="slidenum">
              <a:rPr lang="en-US" smtClean="0"/>
              <a:pPr/>
              <a:t>37</a:t>
            </a:fld>
            <a:endParaRPr lang="en-US" dirty="0"/>
          </a:p>
        </p:txBody>
      </p:sp>
      <p:sp>
        <p:nvSpPr>
          <p:cNvPr id="4" name="Pladsholder til tekst 3">
            <a:extLst>
              <a:ext uri="{FF2B5EF4-FFF2-40B4-BE49-F238E27FC236}">
                <a16:creationId xmlns:a16="http://schemas.microsoft.com/office/drawing/2014/main" id="{ACC3C0F3-7881-484D-997E-B9B0CA232DB4}"/>
              </a:ext>
            </a:extLst>
          </p:cNvPr>
          <p:cNvSpPr>
            <a:spLocks noGrp="1"/>
          </p:cNvSpPr>
          <p:nvPr>
            <p:ph type="body" sz="quarter" idx="12"/>
          </p:nvPr>
        </p:nvSpPr>
        <p:spPr>
          <a:xfrm>
            <a:off x="587374" y="1309042"/>
            <a:ext cx="10620094" cy="3704284"/>
          </a:xfrm>
        </p:spPr>
        <p:txBody>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211A52"/>
                </a:solidFill>
                <a:effectLst/>
                <a:uLnTx/>
                <a:uFillTx/>
                <a:latin typeface="Arial"/>
                <a:ea typeface="+mn-ea"/>
                <a:cs typeface="+mn-cs"/>
              </a:rPr>
              <a:t>Det er desværre ikke kun de danske bogstaver æ, ø og å</a:t>
            </a:r>
            <a:r>
              <a:rPr lang="da-DK" sz="1800" dirty="0">
                <a:solidFill>
                  <a:srgbClr val="211A52"/>
                </a:solidFill>
                <a:latin typeface="Arial"/>
              </a:rPr>
              <a:t>, der giver udfordringer. Det samme gør alle non-ASCII symboler:</a:t>
            </a:r>
          </a:p>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11A52"/>
              </a:solidFill>
              <a:effectLst/>
              <a:uLnTx/>
              <a:uFillTx/>
              <a:latin typeface="Arial"/>
              <a:ea typeface="+mn-ea"/>
              <a:cs typeface="+mn-cs"/>
            </a:endParaRPr>
          </a:p>
          <a:p>
            <a:pPr marL="0" indent="0">
              <a:buNone/>
            </a:pPr>
            <a:endParaRPr lang="en-US" dirty="0"/>
          </a:p>
        </p:txBody>
      </p:sp>
      <p:sp>
        <p:nvSpPr>
          <p:cNvPr id="5" name="Titel 4">
            <a:extLst>
              <a:ext uri="{FF2B5EF4-FFF2-40B4-BE49-F238E27FC236}">
                <a16:creationId xmlns:a16="http://schemas.microsoft.com/office/drawing/2014/main" id="{765C5B91-406C-4042-B7D3-42F11962BCD6}"/>
              </a:ext>
            </a:extLst>
          </p:cNvPr>
          <p:cNvSpPr>
            <a:spLocks noGrp="1"/>
          </p:cNvSpPr>
          <p:nvPr>
            <p:ph type="title"/>
          </p:nvPr>
        </p:nvSpPr>
        <p:spPr>
          <a:xfrm>
            <a:off x="587374" y="370291"/>
            <a:ext cx="11017252" cy="938752"/>
          </a:xfrm>
        </p:spPr>
        <p:txBody>
          <a:bodyPr/>
          <a:lstStyle/>
          <a:p>
            <a:r>
              <a:rPr lang="da-DK" sz="2800" dirty="0"/>
              <a:t>Gennemgang af opgaveløsning fra sidste kursusgang</a:t>
            </a:r>
          </a:p>
        </p:txBody>
      </p:sp>
      <p:pic>
        <p:nvPicPr>
          <p:cNvPr id="7" name="Billede 6">
            <a:extLst>
              <a:ext uri="{FF2B5EF4-FFF2-40B4-BE49-F238E27FC236}">
                <a16:creationId xmlns:a16="http://schemas.microsoft.com/office/drawing/2014/main" id="{98BBEBAB-FFED-4CAC-B498-757CE076F8C9}"/>
              </a:ext>
            </a:extLst>
          </p:cNvPr>
          <p:cNvPicPr>
            <a:picLocks noChangeAspect="1"/>
          </p:cNvPicPr>
          <p:nvPr/>
        </p:nvPicPr>
        <p:blipFill>
          <a:blip r:embed="rId2"/>
          <a:stretch>
            <a:fillRect/>
          </a:stretch>
        </p:blipFill>
        <p:spPr>
          <a:xfrm>
            <a:off x="587374" y="2074495"/>
            <a:ext cx="6136305" cy="21733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Billede 10">
            <a:extLst>
              <a:ext uri="{FF2B5EF4-FFF2-40B4-BE49-F238E27FC236}">
                <a16:creationId xmlns:a16="http://schemas.microsoft.com/office/drawing/2014/main" id="{5C75659E-4277-4534-B793-6947FFD206F8}"/>
              </a:ext>
            </a:extLst>
          </p:cNvPr>
          <p:cNvPicPr>
            <a:picLocks noChangeAspect="1"/>
          </p:cNvPicPr>
          <p:nvPr/>
        </p:nvPicPr>
        <p:blipFill>
          <a:blip r:embed="rId3"/>
          <a:stretch>
            <a:fillRect/>
          </a:stretch>
        </p:blipFill>
        <p:spPr>
          <a:xfrm>
            <a:off x="6795082" y="1844675"/>
            <a:ext cx="5075793" cy="4572497"/>
          </a:xfrm>
          <a:prstGeom prst="rect">
            <a:avLst/>
          </a:prstGeom>
        </p:spPr>
      </p:pic>
      <p:sp>
        <p:nvSpPr>
          <p:cNvPr id="17" name="Tekstfelt 16">
            <a:extLst>
              <a:ext uri="{FF2B5EF4-FFF2-40B4-BE49-F238E27FC236}">
                <a16:creationId xmlns:a16="http://schemas.microsoft.com/office/drawing/2014/main" id="{7B0F595C-2F45-4006-8360-1A3E35539B70}"/>
              </a:ext>
            </a:extLst>
          </p:cNvPr>
          <p:cNvSpPr txBox="1"/>
          <p:nvPr/>
        </p:nvSpPr>
        <p:spPr>
          <a:xfrm>
            <a:off x="8849322" y="2869120"/>
            <a:ext cx="1793233" cy="2893100"/>
          </a:xfrm>
          <a:prstGeom prst="rect">
            <a:avLst/>
          </a:prstGeom>
          <a:noFill/>
        </p:spPr>
        <p:txBody>
          <a:bodyPr wrap="square">
            <a:spAutoFit/>
          </a:bodyPr>
          <a:lstStyle/>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Upper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Lower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Lower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Lower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Space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Upper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Lower Case</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Lower Case</a:t>
            </a:r>
          </a:p>
          <a:p>
            <a:r>
              <a:rPr lang="en-US" sz="1400" dirty="0">
                <a:solidFill>
                  <a:srgbClr val="211A52"/>
                </a:solidFill>
                <a:latin typeface="Arial"/>
                <a:sym typeface="Wingdings" panose="05000000000000000000" pitchFamily="2" charset="2"/>
              </a:rPr>
              <a:t> </a:t>
            </a:r>
            <a:r>
              <a:rPr lang="en-US" sz="1400" dirty="0"/>
              <a:t>&lt;not printable&gt;</a:t>
            </a:r>
          </a:p>
          <a:p>
            <a:r>
              <a:rPr lang="en-US" sz="1400" dirty="0">
                <a:solidFill>
                  <a:srgbClr val="211A52"/>
                </a:solidFill>
                <a:latin typeface="Arial"/>
                <a:sym typeface="Wingdings" panose="05000000000000000000" pitchFamily="2" charset="2"/>
              </a:rPr>
              <a:t> </a:t>
            </a:r>
            <a:r>
              <a:rPr lang="en-US" sz="1400" dirty="0"/>
              <a:t>&lt;not printable&gt;</a:t>
            </a:r>
          </a:p>
          <a:p>
            <a:r>
              <a:rPr lang="en-US" sz="1400" dirty="0">
                <a:solidFill>
                  <a:srgbClr val="211A52"/>
                </a:solidFill>
                <a:latin typeface="Arial"/>
                <a:sym typeface="Wingdings" panose="05000000000000000000" pitchFamily="2" charset="2"/>
              </a:rPr>
              <a:t> </a:t>
            </a:r>
            <a:r>
              <a:rPr lang="en-US" sz="1400" dirty="0">
                <a:solidFill>
                  <a:srgbClr val="211A52"/>
                </a:solidFill>
                <a:latin typeface="Arial"/>
              </a:rPr>
              <a:t>Space</a:t>
            </a:r>
          </a:p>
          <a:p>
            <a:r>
              <a:rPr lang="en-US" sz="1400" dirty="0">
                <a:solidFill>
                  <a:srgbClr val="211A52"/>
                </a:solidFill>
                <a:latin typeface="Arial"/>
                <a:sym typeface="Wingdings" panose="05000000000000000000" pitchFamily="2" charset="2"/>
              </a:rPr>
              <a:t> </a:t>
            </a:r>
            <a:r>
              <a:rPr lang="en-US" sz="1400" dirty="0"/>
              <a:t>Numeral (digit)</a:t>
            </a:r>
          </a:p>
          <a:p>
            <a:r>
              <a:rPr lang="en-US" sz="1400" dirty="0">
                <a:solidFill>
                  <a:srgbClr val="211A52"/>
                </a:solidFill>
                <a:latin typeface="Arial"/>
                <a:sym typeface="Wingdings" panose="05000000000000000000" pitchFamily="2" charset="2"/>
              </a:rPr>
              <a:t> </a:t>
            </a:r>
            <a:r>
              <a:rPr lang="en-US" sz="1400" dirty="0"/>
              <a:t>Numeral (digit)</a:t>
            </a:r>
          </a:p>
        </p:txBody>
      </p:sp>
    </p:spTree>
    <p:extLst>
      <p:ext uri="{BB962C8B-B14F-4D97-AF65-F5344CB8AC3E}">
        <p14:creationId xmlns:p14="http://schemas.microsoft.com/office/powerpoint/2010/main" val="3752157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A53785C8-1F89-4C65-815A-FB81020A09F9}"/>
              </a:ext>
            </a:extLst>
          </p:cNvPr>
          <p:cNvSpPr>
            <a:spLocks noGrp="1"/>
          </p:cNvSpPr>
          <p:nvPr>
            <p:ph type="title"/>
          </p:nvPr>
        </p:nvSpPr>
        <p:spPr>
          <a:xfrm>
            <a:off x="587374" y="370290"/>
            <a:ext cx="6558144" cy="1474385"/>
          </a:xfrm>
        </p:spPr>
        <p:txBody>
          <a:bodyPr/>
          <a:lstStyle/>
          <a:p>
            <a:r>
              <a:rPr lang="en-US" dirty="0"/>
              <a:t>Unicode </a:t>
            </a:r>
            <a:r>
              <a:rPr lang="en-US" dirty="0" err="1"/>
              <a:t>til</a:t>
            </a:r>
            <a:r>
              <a:rPr lang="en-US" dirty="0"/>
              <a:t> UTF-8 format</a:t>
            </a:r>
          </a:p>
        </p:txBody>
      </p:sp>
      <p:sp>
        <p:nvSpPr>
          <p:cNvPr id="6" name="Pladsholder til tekst 5">
            <a:extLst>
              <a:ext uri="{FF2B5EF4-FFF2-40B4-BE49-F238E27FC236}">
                <a16:creationId xmlns:a16="http://schemas.microsoft.com/office/drawing/2014/main" id="{07588FC4-8C2C-45BC-8F31-057D921EC879}"/>
              </a:ext>
            </a:extLst>
          </p:cNvPr>
          <p:cNvSpPr>
            <a:spLocks noGrp="1"/>
          </p:cNvSpPr>
          <p:nvPr>
            <p:ph type="body" sz="quarter" idx="12"/>
          </p:nvPr>
        </p:nvSpPr>
        <p:spPr>
          <a:xfrm>
            <a:off x="587375" y="1322166"/>
            <a:ext cx="11227906" cy="4385438"/>
          </a:xfrm>
        </p:spPr>
        <p:txBody>
          <a:bodyPr>
            <a:normAutofit/>
          </a:bodyPr>
          <a:lstStyle/>
          <a:p>
            <a:pPr marL="0" indent="0">
              <a:buNone/>
            </a:pPr>
            <a:r>
              <a:rPr lang="da-DK" sz="1500" dirty="0"/>
              <a:t>UTF-8-kodningsregler er meget enkel. Der er kun to regler:</a:t>
            </a:r>
          </a:p>
          <a:p>
            <a:pPr marL="0" indent="0">
              <a:buNone/>
            </a:pPr>
            <a:r>
              <a:rPr lang="da-DK" sz="1500" dirty="0"/>
              <a:t>1) For et enkelt-bytesymbol er den mest betydende bit af byten sat til 0, og de følgende 7 bits er </a:t>
            </a:r>
            <a:r>
              <a:rPr lang="da-DK" sz="1500" dirty="0" err="1"/>
              <a:t>unicode</a:t>
            </a:r>
            <a:r>
              <a:rPr lang="da-DK" sz="1500" dirty="0"/>
              <a:t>-koden for dette symbol. Så for engelske bogstaver er UTF-8-kodning og ASCII-koder de samme.</a:t>
            </a:r>
          </a:p>
          <a:p>
            <a:pPr marL="0" indent="0">
              <a:buNone/>
            </a:pPr>
            <a:r>
              <a:rPr lang="da-DK" sz="1500" dirty="0"/>
              <a:t>2) For n-bytesymboler (n&gt; 1) er de n mest betydende bits af den første byte alle sat til 1, n + 1 er sat til 0, og de mest betydende to bits af efterfølgende bytes er alle sat til 10. De resterende ikke-nævnte binære bits er alle </a:t>
            </a:r>
            <a:r>
              <a:rPr lang="da-DK" sz="1500" dirty="0" err="1"/>
              <a:t>unicode</a:t>
            </a:r>
            <a:r>
              <a:rPr lang="da-DK" sz="1500" dirty="0"/>
              <a:t>-koder for dette symbol.</a:t>
            </a:r>
            <a:endParaRPr lang="en-US" sz="1500" dirty="0"/>
          </a:p>
        </p:txBody>
      </p:sp>
      <p:graphicFrame>
        <p:nvGraphicFramePr>
          <p:cNvPr id="7" name="Tabel 7">
            <a:extLst>
              <a:ext uri="{FF2B5EF4-FFF2-40B4-BE49-F238E27FC236}">
                <a16:creationId xmlns:a16="http://schemas.microsoft.com/office/drawing/2014/main" id="{58AFE768-CD3F-4E84-90C0-ED351C79D456}"/>
              </a:ext>
            </a:extLst>
          </p:cNvPr>
          <p:cNvGraphicFramePr>
            <a:graphicFrameLocks noGrp="1"/>
          </p:cNvGraphicFramePr>
          <p:nvPr>
            <p:extLst>
              <p:ext uri="{D42A27DB-BD31-4B8C-83A1-F6EECF244321}">
                <p14:modId xmlns:p14="http://schemas.microsoft.com/office/powerpoint/2010/main" val="1296457805"/>
              </p:ext>
            </p:extLst>
          </p:nvPr>
        </p:nvGraphicFramePr>
        <p:xfrm>
          <a:off x="1294390" y="3514885"/>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9" name="Tabel 7">
            <a:extLst>
              <a:ext uri="{FF2B5EF4-FFF2-40B4-BE49-F238E27FC236}">
                <a16:creationId xmlns:a16="http://schemas.microsoft.com/office/drawing/2014/main" id="{24363733-0D6D-41E4-AEF3-99AC8C4AB821}"/>
              </a:ext>
            </a:extLst>
          </p:cNvPr>
          <p:cNvGraphicFramePr>
            <a:graphicFrameLocks noGrp="1"/>
          </p:cNvGraphicFramePr>
          <p:nvPr>
            <p:extLst>
              <p:ext uri="{D42A27DB-BD31-4B8C-83A1-F6EECF244321}">
                <p14:modId xmlns:p14="http://schemas.microsoft.com/office/powerpoint/2010/main" val="2830866293"/>
              </p:ext>
            </p:extLst>
          </p:nvPr>
        </p:nvGraphicFramePr>
        <p:xfrm>
          <a:off x="1294389" y="4144576"/>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11" name="Tabel 7">
            <a:extLst>
              <a:ext uri="{FF2B5EF4-FFF2-40B4-BE49-F238E27FC236}">
                <a16:creationId xmlns:a16="http://schemas.microsoft.com/office/drawing/2014/main" id="{41DFA2FF-29BF-44C4-A152-25FB7CA0CF50}"/>
              </a:ext>
            </a:extLst>
          </p:cNvPr>
          <p:cNvGraphicFramePr>
            <a:graphicFrameLocks noGrp="1"/>
          </p:cNvGraphicFramePr>
          <p:nvPr>
            <p:extLst>
              <p:ext uri="{D42A27DB-BD31-4B8C-83A1-F6EECF244321}">
                <p14:modId xmlns:p14="http://schemas.microsoft.com/office/powerpoint/2010/main" val="390852659"/>
              </p:ext>
            </p:extLst>
          </p:nvPr>
        </p:nvGraphicFramePr>
        <p:xfrm>
          <a:off x="3958413" y="4144576"/>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13" name="Tabel 7">
            <a:extLst>
              <a:ext uri="{FF2B5EF4-FFF2-40B4-BE49-F238E27FC236}">
                <a16:creationId xmlns:a16="http://schemas.microsoft.com/office/drawing/2014/main" id="{40A48D6F-90DE-4AF5-B86B-65A9CD5A1AF2}"/>
              </a:ext>
            </a:extLst>
          </p:cNvPr>
          <p:cNvGraphicFramePr>
            <a:graphicFrameLocks noGrp="1"/>
          </p:cNvGraphicFramePr>
          <p:nvPr>
            <p:extLst>
              <p:ext uri="{D42A27DB-BD31-4B8C-83A1-F6EECF244321}">
                <p14:modId xmlns:p14="http://schemas.microsoft.com/office/powerpoint/2010/main" val="3115697940"/>
              </p:ext>
            </p:extLst>
          </p:nvPr>
        </p:nvGraphicFramePr>
        <p:xfrm>
          <a:off x="1294389" y="4774267"/>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15" name="Tabel 7">
            <a:extLst>
              <a:ext uri="{FF2B5EF4-FFF2-40B4-BE49-F238E27FC236}">
                <a16:creationId xmlns:a16="http://schemas.microsoft.com/office/drawing/2014/main" id="{FCBECB12-59EC-4AB1-8CCA-ADAE0717575F}"/>
              </a:ext>
            </a:extLst>
          </p:cNvPr>
          <p:cNvGraphicFramePr>
            <a:graphicFrameLocks noGrp="1"/>
          </p:cNvGraphicFramePr>
          <p:nvPr>
            <p:extLst>
              <p:ext uri="{D42A27DB-BD31-4B8C-83A1-F6EECF244321}">
                <p14:modId xmlns:p14="http://schemas.microsoft.com/office/powerpoint/2010/main" val="881704924"/>
              </p:ext>
            </p:extLst>
          </p:nvPr>
        </p:nvGraphicFramePr>
        <p:xfrm>
          <a:off x="3958413" y="4774267"/>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17" name="Tabel 7">
            <a:extLst>
              <a:ext uri="{FF2B5EF4-FFF2-40B4-BE49-F238E27FC236}">
                <a16:creationId xmlns:a16="http://schemas.microsoft.com/office/drawing/2014/main" id="{A47A0018-FC81-4130-AD58-7CEA2FA229BF}"/>
              </a:ext>
            </a:extLst>
          </p:cNvPr>
          <p:cNvGraphicFramePr>
            <a:graphicFrameLocks noGrp="1"/>
          </p:cNvGraphicFramePr>
          <p:nvPr>
            <p:extLst>
              <p:ext uri="{D42A27DB-BD31-4B8C-83A1-F6EECF244321}">
                <p14:modId xmlns:p14="http://schemas.microsoft.com/office/powerpoint/2010/main" val="3310712414"/>
              </p:ext>
            </p:extLst>
          </p:nvPr>
        </p:nvGraphicFramePr>
        <p:xfrm>
          <a:off x="6622436" y="4774267"/>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19" name="Tabel 7">
            <a:extLst>
              <a:ext uri="{FF2B5EF4-FFF2-40B4-BE49-F238E27FC236}">
                <a16:creationId xmlns:a16="http://schemas.microsoft.com/office/drawing/2014/main" id="{AA64BE24-FB0E-4908-9A52-B647C56018D7}"/>
              </a:ext>
            </a:extLst>
          </p:cNvPr>
          <p:cNvGraphicFramePr>
            <a:graphicFrameLocks noGrp="1"/>
          </p:cNvGraphicFramePr>
          <p:nvPr>
            <p:extLst>
              <p:ext uri="{D42A27DB-BD31-4B8C-83A1-F6EECF244321}">
                <p14:modId xmlns:p14="http://schemas.microsoft.com/office/powerpoint/2010/main" val="2329806642"/>
              </p:ext>
            </p:extLst>
          </p:nvPr>
        </p:nvGraphicFramePr>
        <p:xfrm>
          <a:off x="1294390" y="5403959"/>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21" name="Tabel 7">
            <a:extLst>
              <a:ext uri="{FF2B5EF4-FFF2-40B4-BE49-F238E27FC236}">
                <a16:creationId xmlns:a16="http://schemas.microsoft.com/office/drawing/2014/main" id="{766C4018-4612-4281-A135-A954AA5369C3}"/>
              </a:ext>
            </a:extLst>
          </p:cNvPr>
          <p:cNvGraphicFramePr>
            <a:graphicFrameLocks noGrp="1"/>
          </p:cNvGraphicFramePr>
          <p:nvPr>
            <p:extLst>
              <p:ext uri="{D42A27DB-BD31-4B8C-83A1-F6EECF244321}">
                <p14:modId xmlns:p14="http://schemas.microsoft.com/office/powerpoint/2010/main" val="2370458186"/>
              </p:ext>
            </p:extLst>
          </p:nvPr>
        </p:nvGraphicFramePr>
        <p:xfrm>
          <a:off x="3958413" y="5404957"/>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23" name="Tabel 7">
            <a:extLst>
              <a:ext uri="{FF2B5EF4-FFF2-40B4-BE49-F238E27FC236}">
                <a16:creationId xmlns:a16="http://schemas.microsoft.com/office/drawing/2014/main" id="{D979F7B3-E9E0-416A-A84D-90AF5A922F7D}"/>
              </a:ext>
            </a:extLst>
          </p:cNvPr>
          <p:cNvGraphicFramePr>
            <a:graphicFrameLocks noGrp="1"/>
          </p:cNvGraphicFramePr>
          <p:nvPr>
            <p:extLst>
              <p:ext uri="{D42A27DB-BD31-4B8C-83A1-F6EECF244321}">
                <p14:modId xmlns:p14="http://schemas.microsoft.com/office/powerpoint/2010/main" val="2400793921"/>
              </p:ext>
            </p:extLst>
          </p:nvPr>
        </p:nvGraphicFramePr>
        <p:xfrm>
          <a:off x="6622436" y="5403959"/>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25" name="Tabel 7">
            <a:extLst>
              <a:ext uri="{FF2B5EF4-FFF2-40B4-BE49-F238E27FC236}">
                <a16:creationId xmlns:a16="http://schemas.microsoft.com/office/drawing/2014/main" id="{CD43E64C-1D54-47D0-BAB3-DF90849F6C12}"/>
              </a:ext>
            </a:extLst>
          </p:cNvPr>
          <p:cNvGraphicFramePr>
            <a:graphicFrameLocks noGrp="1"/>
          </p:cNvGraphicFramePr>
          <p:nvPr>
            <p:extLst>
              <p:ext uri="{D42A27DB-BD31-4B8C-83A1-F6EECF244321}">
                <p14:modId xmlns:p14="http://schemas.microsoft.com/office/powerpoint/2010/main" val="1236630339"/>
              </p:ext>
            </p:extLst>
          </p:nvPr>
        </p:nvGraphicFramePr>
        <p:xfrm>
          <a:off x="9286458" y="5418099"/>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sp>
        <p:nvSpPr>
          <p:cNvPr id="27" name="Tekstfelt 26">
            <a:extLst>
              <a:ext uri="{FF2B5EF4-FFF2-40B4-BE49-F238E27FC236}">
                <a16:creationId xmlns:a16="http://schemas.microsoft.com/office/drawing/2014/main" id="{BF01A6AF-C90F-4B2D-9720-8BC9AC9E7B9F}"/>
              </a:ext>
            </a:extLst>
          </p:cNvPr>
          <p:cNvSpPr txBox="1"/>
          <p:nvPr/>
        </p:nvSpPr>
        <p:spPr>
          <a:xfrm>
            <a:off x="139885" y="3561805"/>
            <a:ext cx="1060618" cy="276999"/>
          </a:xfrm>
          <a:prstGeom prst="rect">
            <a:avLst/>
          </a:prstGeom>
          <a:noFill/>
        </p:spPr>
        <p:txBody>
          <a:bodyPr wrap="square">
            <a:spAutoFit/>
          </a:bodyPr>
          <a:lstStyle/>
          <a:p>
            <a:r>
              <a:rPr lang="da-DK" sz="1200" dirty="0"/>
              <a:t>1-byte kode</a:t>
            </a:r>
            <a:endParaRPr lang="en-US" sz="1200" dirty="0"/>
          </a:p>
        </p:txBody>
      </p:sp>
      <p:sp>
        <p:nvSpPr>
          <p:cNvPr id="29" name="Tekstfelt 28">
            <a:extLst>
              <a:ext uri="{FF2B5EF4-FFF2-40B4-BE49-F238E27FC236}">
                <a16:creationId xmlns:a16="http://schemas.microsoft.com/office/drawing/2014/main" id="{B1919F30-320B-4F4D-9E6C-802A0AA5C912}"/>
              </a:ext>
            </a:extLst>
          </p:cNvPr>
          <p:cNvSpPr txBox="1"/>
          <p:nvPr/>
        </p:nvSpPr>
        <p:spPr>
          <a:xfrm>
            <a:off x="139885" y="4191496"/>
            <a:ext cx="1060618" cy="276999"/>
          </a:xfrm>
          <a:prstGeom prst="rect">
            <a:avLst/>
          </a:prstGeom>
          <a:noFill/>
        </p:spPr>
        <p:txBody>
          <a:bodyPr wrap="square">
            <a:spAutoFit/>
          </a:bodyPr>
          <a:lstStyle/>
          <a:p>
            <a:r>
              <a:rPr lang="da-DK" sz="1200" dirty="0"/>
              <a:t>2-byte kode</a:t>
            </a:r>
            <a:endParaRPr lang="en-US" sz="1200" dirty="0"/>
          </a:p>
        </p:txBody>
      </p:sp>
      <p:sp>
        <p:nvSpPr>
          <p:cNvPr id="31" name="Tekstfelt 30">
            <a:extLst>
              <a:ext uri="{FF2B5EF4-FFF2-40B4-BE49-F238E27FC236}">
                <a16:creationId xmlns:a16="http://schemas.microsoft.com/office/drawing/2014/main" id="{27D9A055-5273-45AA-95D6-E8D40C0D69F5}"/>
              </a:ext>
            </a:extLst>
          </p:cNvPr>
          <p:cNvSpPr txBox="1"/>
          <p:nvPr/>
        </p:nvSpPr>
        <p:spPr>
          <a:xfrm>
            <a:off x="139885" y="4825592"/>
            <a:ext cx="1060618" cy="276999"/>
          </a:xfrm>
          <a:prstGeom prst="rect">
            <a:avLst/>
          </a:prstGeom>
          <a:noFill/>
        </p:spPr>
        <p:txBody>
          <a:bodyPr wrap="square">
            <a:spAutoFit/>
          </a:bodyPr>
          <a:lstStyle/>
          <a:p>
            <a:r>
              <a:rPr lang="da-DK" sz="1200" dirty="0"/>
              <a:t>3-byte kode</a:t>
            </a:r>
            <a:endParaRPr lang="en-US" sz="1200" dirty="0"/>
          </a:p>
        </p:txBody>
      </p:sp>
      <p:sp>
        <p:nvSpPr>
          <p:cNvPr id="33" name="Tekstfelt 32">
            <a:extLst>
              <a:ext uri="{FF2B5EF4-FFF2-40B4-BE49-F238E27FC236}">
                <a16:creationId xmlns:a16="http://schemas.microsoft.com/office/drawing/2014/main" id="{AEE745F2-D81C-4931-929A-D3250683177C}"/>
              </a:ext>
            </a:extLst>
          </p:cNvPr>
          <p:cNvSpPr txBox="1"/>
          <p:nvPr/>
        </p:nvSpPr>
        <p:spPr>
          <a:xfrm>
            <a:off x="139885" y="5459688"/>
            <a:ext cx="1060618" cy="276999"/>
          </a:xfrm>
          <a:prstGeom prst="rect">
            <a:avLst/>
          </a:prstGeom>
          <a:noFill/>
        </p:spPr>
        <p:txBody>
          <a:bodyPr wrap="square">
            <a:spAutoFit/>
          </a:bodyPr>
          <a:lstStyle/>
          <a:p>
            <a:r>
              <a:rPr lang="da-DK" sz="1200" dirty="0"/>
              <a:t>4-byte kode</a:t>
            </a:r>
            <a:endParaRPr lang="en-US" sz="1200" dirty="0"/>
          </a:p>
        </p:txBody>
      </p:sp>
      <p:sp>
        <p:nvSpPr>
          <p:cNvPr id="35" name="Tekstfelt 34">
            <a:extLst>
              <a:ext uri="{FF2B5EF4-FFF2-40B4-BE49-F238E27FC236}">
                <a16:creationId xmlns:a16="http://schemas.microsoft.com/office/drawing/2014/main" id="{E52EFCDE-F07D-4328-9DBE-65F5F094DB08}"/>
              </a:ext>
            </a:extLst>
          </p:cNvPr>
          <p:cNvSpPr txBox="1"/>
          <p:nvPr/>
        </p:nvSpPr>
        <p:spPr>
          <a:xfrm>
            <a:off x="3866446" y="3562589"/>
            <a:ext cx="1874478" cy="276999"/>
          </a:xfrm>
          <a:prstGeom prst="rect">
            <a:avLst/>
          </a:prstGeom>
          <a:noFill/>
        </p:spPr>
        <p:txBody>
          <a:bodyPr wrap="square">
            <a:spAutoFit/>
          </a:bodyPr>
          <a:lstStyle/>
          <a:p>
            <a:r>
              <a:rPr lang="da-DK" sz="1200" dirty="0"/>
              <a:t>7-bit = 2</a:t>
            </a:r>
            <a:r>
              <a:rPr lang="da-DK" sz="1200" baseline="30000" dirty="0"/>
              <a:t>7</a:t>
            </a:r>
            <a:r>
              <a:rPr lang="da-DK" sz="1200" dirty="0"/>
              <a:t> = 128 værdier</a:t>
            </a:r>
            <a:endParaRPr lang="en-US" sz="1200" dirty="0"/>
          </a:p>
        </p:txBody>
      </p:sp>
      <p:sp>
        <p:nvSpPr>
          <p:cNvPr id="37" name="Tekstfelt 36">
            <a:extLst>
              <a:ext uri="{FF2B5EF4-FFF2-40B4-BE49-F238E27FC236}">
                <a16:creationId xmlns:a16="http://schemas.microsoft.com/office/drawing/2014/main" id="{3A74E3C2-FBA6-48BE-88E3-D195D0E70101}"/>
              </a:ext>
            </a:extLst>
          </p:cNvPr>
          <p:cNvSpPr txBox="1"/>
          <p:nvPr/>
        </p:nvSpPr>
        <p:spPr>
          <a:xfrm>
            <a:off x="6565876" y="4191496"/>
            <a:ext cx="2720582" cy="276999"/>
          </a:xfrm>
          <a:prstGeom prst="rect">
            <a:avLst/>
          </a:prstGeom>
          <a:noFill/>
        </p:spPr>
        <p:txBody>
          <a:bodyPr wrap="square">
            <a:spAutoFit/>
          </a:bodyPr>
          <a:lstStyle/>
          <a:p>
            <a:r>
              <a:rPr lang="da-DK" sz="1200" dirty="0"/>
              <a:t>(5+6)-bit = 2</a:t>
            </a:r>
            <a:r>
              <a:rPr lang="da-DK" sz="1200" baseline="30000" dirty="0"/>
              <a:t>11</a:t>
            </a:r>
            <a:r>
              <a:rPr lang="da-DK" sz="1200" dirty="0"/>
              <a:t> = 2048 værdier</a:t>
            </a:r>
            <a:endParaRPr lang="en-US" sz="1200" dirty="0"/>
          </a:p>
        </p:txBody>
      </p:sp>
      <p:sp>
        <p:nvSpPr>
          <p:cNvPr id="39" name="Tekstfelt 38">
            <a:extLst>
              <a:ext uri="{FF2B5EF4-FFF2-40B4-BE49-F238E27FC236}">
                <a16:creationId xmlns:a16="http://schemas.microsoft.com/office/drawing/2014/main" id="{8DF0125D-C18B-4609-B1CF-1EE876E9847C}"/>
              </a:ext>
            </a:extLst>
          </p:cNvPr>
          <p:cNvSpPr txBox="1"/>
          <p:nvPr/>
        </p:nvSpPr>
        <p:spPr>
          <a:xfrm>
            <a:off x="9193901" y="4833898"/>
            <a:ext cx="2720582" cy="276999"/>
          </a:xfrm>
          <a:prstGeom prst="rect">
            <a:avLst/>
          </a:prstGeom>
          <a:noFill/>
        </p:spPr>
        <p:txBody>
          <a:bodyPr wrap="square">
            <a:spAutoFit/>
          </a:bodyPr>
          <a:lstStyle/>
          <a:p>
            <a:r>
              <a:rPr lang="da-DK" sz="1200" dirty="0"/>
              <a:t>(4+6+6)-bit = 2</a:t>
            </a:r>
            <a:r>
              <a:rPr lang="da-DK" sz="1200" baseline="30000" dirty="0"/>
              <a:t>16</a:t>
            </a:r>
            <a:r>
              <a:rPr lang="da-DK" sz="1200" dirty="0"/>
              <a:t> = 65.536 værdier</a:t>
            </a:r>
            <a:endParaRPr lang="en-US" sz="1200" dirty="0"/>
          </a:p>
        </p:txBody>
      </p:sp>
      <p:sp>
        <p:nvSpPr>
          <p:cNvPr id="41" name="Tekstfelt 40">
            <a:extLst>
              <a:ext uri="{FF2B5EF4-FFF2-40B4-BE49-F238E27FC236}">
                <a16:creationId xmlns:a16="http://schemas.microsoft.com/office/drawing/2014/main" id="{8AD8626E-49D7-47B1-956D-817BA896A179}"/>
              </a:ext>
            </a:extLst>
          </p:cNvPr>
          <p:cNvSpPr txBox="1"/>
          <p:nvPr/>
        </p:nvSpPr>
        <p:spPr>
          <a:xfrm>
            <a:off x="9032789" y="5937950"/>
            <a:ext cx="3159211" cy="276999"/>
          </a:xfrm>
          <a:prstGeom prst="rect">
            <a:avLst/>
          </a:prstGeom>
          <a:noFill/>
        </p:spPr>
        <p:txBody>
          <a:bodyPr wrap="square">
            <a:spAutoFit/>
          </a:bodyPr>
          <a:lstStyle/>
          <a:p>
            <a:r>
              <a:rPr lang="da-DK" sz="1200" dirty="0"/>
              <a:t>(3+6+6+6)-bit = 2</a:t>
            </a:r>
            <a:r>
              <a:rPr lang="da-DK" sz="1200" baseline="30000" dirty="0"/>
              <a:t>21</a:t>
            </a:r>
            <a:r>
              <a:rPr lang="da-DK" sz="1200" dirty="0"/>
              <a:t> = 2.097.152 værdier</a:t>
            </a:r>
            <a:endParaRPr lang="en-US" sz="1200" dirty="0"/>
          </a:p>
        </p:txBody>
      </p:sp>
      <p:cxnSp>
        <p:nvCxnSpPr>
          <p:cNvPr id="43" name="Lige forbindelse 42">
            <a:extLst>
              <a:ext uri="{FF2B5EF4-FFF2-40B4-BE49-F238E27FC236}">
                <a16:creationId xmlns:a16="http://schemas.microsoft.com/office/drawing/2014/main" id="{A97F4B6B-CF92-43D2-89DB-1A48EBA8096B}"/>
              </a:ext>
            </a:extLst>
          </p:cNvPr>
          <p:cNvCxnSpPr/>
          <p:nvPr/>
        </p:nvCxnSpPr>
        <p:spPr>
          <a:xfrm>
            <a:off x="139885" y="4005653"/>
            <a:ext cx="11774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Lige forbindelse 43">
            <a:extLst>
              <a:ext uri="{FF2B5EF4-FFF2-40B4-BE49-F238E27FC236}">
                <a16:creationId xmlns:a16="http://schemas.microsoft.com/office/drawing/2014/main" id="{3158B257-B278-4E1F-88B9-A650A6BD3E5A}"/>
              </a:ext>
            </a:extLst>
          </p:cNvPr>
          <p:cNvCxnSpPr/>
          <p:nvPr/>
        </p:nvCxnSpPr>
        <p:spPr>
          <a:xfrm>
            <a:off x="139885" y="4638820"/>
            <a:ext cx="11774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Lige forbindelse 44">
            <a:extLst>
              <a:ext uri="{FF2B5EF4-FFF2-40B4-BE49-F238E27FC236}">
                <a16:creationId xmlns:a16="http://schemas.microsoft.com/office/drawing/2014/main" id="{94895397-12C1-49A5-AAE3-C633436C603F}"/>
              </a:ext>
            </a:extLst>
          </p:cNvPr>
          <p:cNvCxnSpPr/>
          <p:nvPr/>
        </p:nvCxnSpPr>
        <p:spPr>
          <a:xfrm>
            <a:off x="208701" y="5260989"/>
            <a:ext cx="11774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Lige forbindelse 45">
            <a:extLst>
              <a:ext uri="{FF2B5EF4-FFF2-40B4-BE49-F238E27FC236}">
                <a16:creationId xmlns:a16="http://schemas.microsoft.com/office/drawing/2014/main" id="{589D18F0-6B6D-4D54-9404-BE0DEE90A38A}"/>
              </a:ext>
            </a:extLst>
          </p:cNvPr>
          <p:cNvCxnSpPr>
            <a:cxnSpLocks/>
          </p:cNvCxnSpPr>
          <p:nvPr/>
        </p:nvCxnSpPr>
        <p:spPr>
          <a:xfrm>
            <a:off x="8389856" y="6309217"/>
            <a:ext cx="35934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Lige forbindelse 47">
            <a:extLst>
              <a:ext uri="{FF2B5EF4-FFF2-40B4-BE49-F238E27FC236}">
                <a16:creationId xmlns:a16="http://schemas.microsoft.com/office/drawing/2014/main" id="{B66B3A36-9F46-4CBB-827D-705B8A9707AB}"/>
              </a:ext>
            </a:extLst>
          </p:cNvPr>
          <p:cNvCxnSpPr>
            <a:cxnSpLocks/>
          </p:cNvCxnSpPr>
          <p:nvPr/>
        </p:nvCxnSpPr>
        <p:spPr>
          <a:xfrm>
            <a:off x="8389856" y="5937950"/>
            <a:ext cx="0" cy="371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Lige forbindelse 51">
            <a:extLst>
              <a:ext uri="{FF2B5EF4-FFF2-40B4-BE49-F238E27FC236}">
                <a16:creationId xmlns:a16="http://schemas.microsoft.com/office/drawing/2014/main" id="{CB8F0885-8280-4CB4-9B7D-2A880A2D368C}"/>
              </a:ext>
            </a:extLst>
          </p:cNvPr>
          <p:cNvCxnSpPr>
            <a:cxnSpLocks/>
          </p:cNvCxnSpPr>
          <p:nvPr/>
        </p:nvCxnSpPr>
        <p:spPr>
          <a:xfrm>
            <a:off x="208701" y="5937950"/>
            <a:ext cx="81811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Lige forbindelse 54">
            <a:extLst>
              <a:ext uri="{FF2B5EF4-FFF2-40B4-BE49-F238E27FC236}">
                <a16:creationId xmlns:a16="http://schemas.microsoft.com/office/drawing/2014/main" id="{308ADA40-0BF9-4F64-8813-6C4244013B8F}"/>
              </a:ext>
            </a:extLst>
          </p:cNvPr>
          <p:cNvCxnSpPr/>
          <p:nvPr/>
        </p:nvCxnSpPr>
        <p:spPr>
          <a:xfrm>
            <a:off x="139885" y="3364375"/>
            <a:ext cx="11774598"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ktangel 1">
            <a:extLst>
              <a:ext uri="{FF2B5EF4-FFF2-40B4-BE49-F238E27FC236}">
                <a16:creationId xmlns:a16="http://schemas.microsoft.com/office/drawing/2014/main" id="{A6A6E882-DF06-4501-ACA7-EA03375FDB39}"/>
              </a:ext>
            </a:extLst>
          </p:cNvPr>
          <p:cNvSpPr/>
          <p:nvPr/>
        </p:nvSpPr>
        <p:spPr>
          <a:xfrm>
            <a:off x="47606" y="3145872"/>
            <a:ext cx="12052115" cy="3341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kstfelt 31">
            <a:extLst>
              <a:ext uri="{FF2B5EF4-FFF2-40B4-BE49-F238E27FC236}">
                <a16:creationId xmlns:a16="http://schemas.microsoft.com/office/drawing/2014/main" id="{70EA2FA7-5300-441F-92E3-6BC0DB4FCFE4}"/>
              </a:ext>
            </a:extLst>
          </p:cNvPr>
          <p:cNvSpPr txBox="1"/>
          <p:nvPr/>
        </p:nvSpPr>
        <p:spPr>
          <a:xfrm>
            <a:off x="6977623" y="123922"/>
            <a:ext cx="5005676" cy="369332"/>
          </a:xfrm>
          <a:prstGeom prst="rect">
            <a:avLst/>
          </a:prstGeom>
          <a:noFill/>
        </p:spPr>
        <p:txBody>
          <a:bodyPr wrap="square">
            <a:spAutoFit/>
          </a:bodyPr>
          <a:lstStyle/>
          <a:p>
            <a:r>
              <a:rPr lang="da-DK" dirty="0"/>
              <a:t>Fra sidste gang: </a:t>
            </a:r>
            <a:r>
              <a:rPr lang="da-DK" dirty="0" err="1"/>
              <a:t>Unicode</a:t>
            </a:r>
            <a:r>
              <a:rPr lang="da-DK" b="0" i="0" dirty="0">
                <a:solidFill>
                  <a:srgbClr val="202122"/>
                </a:solidFill>
                <a:effectLst/>
                <a:latin typeface="Arial" panose="020B0604020202020204" pitchFamily="34" charset="0"/>
              </a:rPr>
              <a:t> = </a:t>
            </a:r>
            <a:r>
              <a:rPr lang="da-DK" sz="1800" dirty="0"/>
              <a:t>144.697 </a:t>
            </a:r>
            <a:r>
              <a:rPr lang="da-DK" sz="1800" dirty="0" err="1"/>
              <a:t>characters</a:t>
            </a:r>
            <a:endParaRPr lang="da-DK" dirty="0"/>
          </a:p>
        </p:txBody>
      </p:sp>
    </p:spTree>
    <p:extLst>
      <p:ext uri="{BB962C8B-B14F-4D97-AF65-F5344CB8AC3E}">
        <p14:creationId xmlns:p14="http://schemas.microsoft.com/office/powerpoint/2010/main" val="198445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40E9E5F2-1240-40D5-A8F9-E12B9138E1B8}"/>
              </a:ext>
            </a:extLst>
          </p:cNvPr>
          <p:cNvSpPr>
            <a:spLocks noGrp="1"/>
          </p:cNvSpPr>
          <p:nvPr>
            <p:ph type="sldNum" sz="quarter" idx="4"/>
          </p:nvPr>
        </p:nvSpPr>
        <p:spPr/>
        <p:txBody>
          <a:bodyPr/>
          <a:lstStyle/>
          <a:p>
            <a:fld id="{D8D877B3-D348-4611-9BDB-C5374591D951}" type="slidenum">
              <a:rPr lang="en-US" smtClean="0"/>
              <a:pPr/>
              <a:t>39</a:t>
            </a:fld>
            <a:endParaRPr lang="en-US" dirty="0"/>
          </a:p>
        </p:txBody>
      </p:sp>
      <p:sp>
        <p:nvSpPr>
          <p:cNvPr id="3" name="Titel 2">
            <a:extLst>
              <a:ext uri="{FF2B5EF4-FFF2-40B4-BE49-F238E27FC236}">
                <a16:creationId xmlns:a16="http://schemas.microsoft.com/office/drawing/2014/main" id="{F897F1D1-13BF-481D-BCFA-2D193AE228B9}"/>
              </a:ext>
            </a:extLst>
          </p:cNvPr>
          <p:cNvSpPr>
            <a:spLocks noGrp="1"/>
          </p:cNvSpPr>
          <p:nvPr>
            <p:ph type="title"/>
          </p:nvPr>
        </p:nvSpPr>
        <p:spPr>
          <a:xfrm>
            <a:off x="587373" y="370290"/>
            <a:ext cx="9039511" cy="1474385"/>
          </a:xfrm>
        </p:spPr>
        <p:txBody>
          <a:bodyPr/>
          <a:lstStyle/>
          <a:p>
            <a:r>
              <a:rPr lang="da-DK" dirty="0" err="1"/>
              <a:t>Unicode</a:t>
            </a:r>
            <a:r>
              <a:rPr lang="da-DK" dirty="0"/>
              <a:t> tekst til et UTF8 byte array</a:t>
            </a:r>
          </a:p>
        </p:txBody>
      </p:sp>
      <p:pic>
        <p:nvPicPr>
          <p:cNvPr id="8" name="Billede 7">
            <a:extLst>
              <a:ext uri="{FF2B5EF4-FFF2-40B4-BE49-F238E27FC236}">
                <a16:creationId xmlns:a16="http://schemas.microsoft.com/office/drawing/2014/main" id="{EC92837A-C4CD-4A06-88B6-78E5ED9A91B7}"/>
              </a:ext>
            </a:extLst>
          </p:cNvPr>
          <p:cNvPicPr>
            <a:picLocks noChangeAspect="1"/>
          </p:cNvPicPr>
          <p:nvPr/>
        </p:nvPicPr>
        <p:blipFill>
          <a:blip r:embed="rId2"/>
          <a:stretch>
            <a:fillRect/>
          </a:stretch>
        </p:blipFill>
        <p:spPr>
          <a:xfrm>
            <a:off x="6275398" y="4774719"/>
            <a:ext cx="5635957" cy="1113693"/>
          </a:xfrm>
          <a:prstGeom prst="rect">
            <a:avLst/>
          </a:prstGeom>
        </p:spPr>
      </p:pic>
      <p:sp>
        <p:nvSpPr>
          <p:cNvPr id="10" name="Tekstfelt 9">
            <a:extLst>
              <a:ext uri="{FF2B5EF4-FFF2-40B4-BE49-F238E27FC236}">
                <a16:creationId xmlns:a16="http://schemas.microsoft.com/office/drawing/2014/main" id="{043D794A-B966-4E95-AA36-BD031EECAFD3}"/>
              </a:ext>
            </a:extLst>
          </p:cNvPr>
          <p:cNvSpPr txBox="1"/>
          <p:nvPr/>
        </p:nvSpPr>
        <p:spPr>
          <a:xfrm>
            <a:off x="587374" y="4676006"/>
            <a:ext cx="5329229" cy="2031325"/>
          </a:xfrm>
          <a:prstGeom prst="rect">
            <a:avLst/>
          </a:prstGeom>
          <a:noFill/>
        </p:spPr>
        <p:txBody>
          <a:bodyPr wrap="square">
            <a:spAutoFit/>
          </a:bodyPr>
          <a:lstStyle/>
          <a:p>
            <a:r>
              <a:rPr lang="da-DK" dirty="0"/>
              <a:t>Denne kode omsætter en </a:t>
            </a:r>
            <a:r>
              <a:rPr lang="da-DK" dirty="0" err="1"/>
              <a:t>string</a:t>
            </a:r>
            <a:r>
              <a:rPr lang="da-DK" dirty="0"/>
              <a:t> til et array af </a:t>
            </a:r>
            <a:r>
              <a:rPr lang="da-DK" dirty="0" err="1"/>
              <a:t>unsigned</a:t>
            </a:r>
            <a:r>
              <a:rPr lang="da-DK" dirty="0"/>
              <a:t> </a:t>
            </a:r>
            <a:r>
              <a:rPr lang="da-DK" dirty="0" err="1"/>
              <a:t>chars</a:t>
            </a:r>
            <a:r>
              <a:rPr lang="da-DK" dirty="0"/>
              <a:t>. Værdierne er UTF8 koder. Værdien de-kodes og bruges som opslag i en </a:t>
            </a:r>
            <a:r>
              <a:rPr lang="da-DK" dirty="0" err="1"/>
              <a:t>unicode</a:t>
            </a:r>
            <a:r>
              <a:rPr lang="da-DK" dirty="0"/>
              <a:t> tabel, der indeholder det symbol som printes.</a:t>
            </a:r>
          </a:p>
          <a:p>
            <a:endParaRPr lang="da-DK" dirty="0"/>
          </a:p>
          <a:p>
            <a:pPr algn="l"/>
            <a:r>
              <a:rPr lang="en-US" b="0" i="0" dirty="0">
                <a:solidFill>
                  <a:srgbClr val="000000"/>
                </a:solidFill>
                <a:effectLst/>
                <a:latin typeface="Open Sans"/>
                <a:hlinkClick r:id="rId3"/>
              </a:rPr>
              <a:t>http://tpcg.io/Cuc5OR5N</a:t>
            </a:r>
            <a:endParaRPr lang="en-US" b="0" i="0" dirty="0">
              <a:solidFill>
                <a:srgbClr val="000000"/>
              </a:solidFill>
              <a:effectLst/>
              <a:latin typeface="Open Sans"/>
            </a:endParaRPr>
          </a:p>
        </p:txBody>
      </p:sp>
      <p:pic>
        <p:nvPicPr>
          <p:cNvPr id="12" name="Billede 11">
            <a:extLst>
              <a:ext uri="{FF2B5EF4-FFF2-40B4-BE49-F238E27FC236}">
                <a16:creationId xmlns:a16="http://schemas.microsoft.com/office/drawing/2014/main" id="{A42C1B31-914C-455F-B2A9-05029D58EDFB}"/>
              </a:ext>
            </a:extLst>
          </p:cNvPr>
          <p:cNvPicPr>
            <a:picLocks noChangeAspect="1"/>
          </p:cNvPicPr>
          <p:nvPr/>
        </p:nvPicPr>
        <p:blipFill>
          <a:blip r:embed="rId4"/>
          <a:stretch>
            <a:fillRect/>
          </a:stretch>
        </p:blipFill>
        <p:spPr>
          <a:xfrm>
            <a:off x="587373" y="1244796"/>
            <a:ext cx="11083636" cy="3420668"/>
          </a:xfrm>
          <a:prstGeom prst="rect">
            <a:avLst/>
          </a:prstGeom>
        </p:spPr>
      </p:pic>
    </p:spTree>
    <p:extLst>
      <p:ext uri="{BB962C8B-B14F-4D97-AF65-F5344CB8AC3E}">
        <p14:creationId xmlns:p14="http://schemas.microsoft.com/office/powerpoint/2010/main" val="931047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1A775B9D-0909-4550-B086-802F2F8524F5}"/>
              </a:ext>
            </a:extLst>
          </p:cNvPr>
          <p:cNvSpPr>
            <a:spLocks noGrp="1"/>
          </p:cNvSpPr>
          <p:nvPr>
            <p:ph type="sldNum" sz="quarter" idx="4"/>
          </p:nvPr>
        </p:nvSpPr>
        <p:spPr/>
        <p:txBody>
          <a:bodyPr/>
          <a:lstStyle/>
          <a:p>
            <a:fld id="{D8D877B3-D348-4611-9BDB-C5374591D951}" type="slidenum">
              <a:rPr lang="en-US" smtClean="0"/>
              <a:pPr/>
              <a:t>40</a:t>
            </a:fld>
            <a:endParaRPr lang="en-US" dirty="0"/>
          </a:p>
        </p:txBody>
      </p:sp>
      <p:sp>
        <p:nvSpPr>
          <p:cNvPr id="3" name="Titel 2">
            <a:extLst>
              <a:ext uri="{FF2B5EF4-FFF2-40B4-BE49-F238E27FC236}">
                <a16:creationId xmlns:a16="http://schemas.microsoft.com/office/drawing/2014/main" id="{52D96A69-D5A6-4D5B-A542-65F373E7152A}"/>
              </a:ext>
            </a:extLst>
          </p:cNvPr>
          <p:cNvSpPr>
            <a:spLocks noGrp="1"/>
          </p:cNvSpPr>
          <p:nvPr>
            <p:ph type="title"/>
          </p:nvPr>
        </p:nvSpPr>
        <p:spPr>
          <a:xfrm>
            <a:off x="587374" y="370290"/>
            <a:ext cx="7991547" cy="1474385"/>
          </a:xfrm>
        </p:spPr>
        <p:txBody>
          <a:bodyPr/>
          <a:lstStyle/>
          <a:p>
            <a:r>
              <a:rPr lang="en-US" dirty="0"/>
              <a:t>Fra 2-byte UTF8 </a:t>
            </a:r>
            <a:r>
              <a:rPr lang="en-US" dirty="0" err="1"/>
              <a:t>kode</a:t>
            </a:r>
            <a:r>
              <a:rPr lang="en-US" dirty="0"/>
              <a:t> </a:t>
            </a:r>
            <a:r>
              <a:rPr lang="en-US" dirty="0" err="1"/>
              <a:t>til</a:t>
            </a:r>
            <a:r>
              <a:rPr lang="en-US" dirty="0"/>
              <a:t> Unicode Symbol </a:t>
            </a:r>
          </a:p>
        </p:txBody>
      </p:sp>
      <p:sp>
        <p:nvSpPr>
          <p:cNvPr id="4" name="Pladsholder til tekst 3">
            <a:extLst>
              <a:ext uri="{FF2B5EF4-FFF2-40B4-BE49-F238E27FC236}">
                <a16:creationId xmlns:a16="http://schemas.microsoft.com/office/drawing/2014/main" id="{FB1E189E-52BC-458F-A8AB-7960255041B5}"/>
              </a:ext>
            </a:extLst>
          </p:cNvPr>
          <p:cNvSpPr>
            <a:spLocks noGrp="1"/>
          </p:cNvSpPr>
          <p:nvPr>
            <p:ph type="body" sz="quarter" idx="12"/>
          </p:nvPr>
        </p:nvSpPr>
        <p:spPr>
          <a:xfrm>
            <a:off x="587374" y="1980268"/>
            <a:ext cx="5547935" cy="2337010"/>
          </a:xfrm>
          <a:solidFill>
            <a:schemeClr val="bg1"/>
          </a:solidFill>
        </p:spPr>
        <p:txBody>
          <a:bodyPr>
            <a:normAutofit/>
          </a:bodyPr>
          <a:lstStyle/>
          <a:p>
            <a:pPr marL="0" indent="0" algn="ctr">
              <a:buNone/>
            </a:pPr>
            <a:r>
              <a:rPr lang="en-US" sz="2400" dirty="0"/>
              <a:t>0 x </a:t>
            </a:r>
            <a:r>
              <a:rPr lang="en-US" sz="2400" dirty="0">
                <a:solidFill>
                  <a:srgbClr val="00B050"/>
                </a:solidFill>
              </a:rPr>
              <a:t>C </a:t>
            </a:r>
            <a:r>
              <a:rPr lang="en-US" sz="2400" dirty="0">
                <a:solidFill>
                  <a:srgbClr val="FF0000"/>
                </a:solidFill>
              </a:rPr>
              <a:t>3</a:t>
            </a:r>
            <a:r>
              <a:rPr lang="en-US" sz="2400" dirty="0"/>
              <a:t>      0 x </a:t>
            </a:r>
            <a:r>
              <a:rPr lang="en-US" sz="2400" dirty="0">
                <a:solidFill>
                  <a:schemeClr val="bg1">
                    <a:lumMod val="65000"/>
                  </a:schemeClr>
                </a:solidFill>
              </a:rPr>
              <a:t>B </a:t>
            </a:r>
            <a:r>
              <a:rPr lang="en-US" sz="2400" dirty="0">
                <a:solidFill>
                  <a:srgbClr val="00B0F0"/>
                </a:solidFill>
              </a:rPr>
              <a:t>8</a:t>
            </a:r>
          </a:p>
          <a:p>
            <a:pPr marL="0" indent="0" algn="ctr">
              <a:buNone/>
            </a:pPr>
            <a:r>
              <a:rPr lang="en-US" sz="2400" dirty="0">
                <a:solidFill>
                  <a:srgbClr val="00B050"/>
                </a:solidFill>
                <a:highlight>
                  <a:srgbClr val="FFFF00"/>
                </a:highlight>
              </a:rPr>
              <a:t>110</a:t>
            </a:r>
            <a:r>
              <a:rPr lang="en-US" sz="2400" dirty="0">
                <a:solidFill>
                  <a:srgbClr val="00B050"/>
                </a:solidFill>
              </a:rPr>
              <a:t>0</a:t>
            </a:r>
            <a:r>
              <a:rPr lang="en-US" sz="2400" dirty="0"/>
              <a:t> </a:t>
            </a:r>
            <a:r>
              <a:rPr lang="en-US" sz="2400" dirty="0">
                <a:solidFill>
                  <a:srgbClr val="FF0000"/>
                </a:solidFill>
              </a:rPr>
              <a:t>0011</a:t>
            </a:r>
            <a:r>
              <a:rPr lang="en-US" sz="2400" dirty="0"/>
              <a:t>      </a:t>
            </a:r>
            <a:r>
              <a:rPr lang="en-US" sz="2400" dirty="0">
                <a:solidFill>
                  <a:schemeClr val="bg1">
                    <a:lumMod val="65000"/>
                  </a:schemeClr>
                </a:solidFill>
                <a:highlight>
                  <a:srgbClr val="FFFF00"/>
                </a:highlight>
              </a:rPr>
              <a:t>10</a:t>
            </a:r>
            <a:r>
              <a:rPr lang="en-US" sz="2400" dirty="0">
                <a:solidFill>
                  <a:schemeClr val="bg1">
                    <a:lumMod val="65000"/>
                  </a:schemeClr>
                </a:solidFill>
              </a:rPr>
              <a:t>11</a:t>
            </a:r>
            <a:r>
              <a:rPr lang="en-US" sz="2400" dirty="0"/>
              <a:t> </a:t>
            </a:r>
            <a:r>
              <a:rPr lang="en-US" sz="2400" dirty="0">
                <a:solidFill>
                  <a:srgbClr val="00B0F0"/>
                </a:solidFill>
              </a:rPr>
              <a:t>1000</a:t>
            </a:r>
          </a:p>
          <a:p>
            <a:pPr marL="0" indent="0" algn="ctr">
              <a:buNone/>
            </a:pPr>
            <a:endParaRPr lang="en-US" sz="2400" dirty="0">
              <a:solidFill>
                <a:srgbClr val="00B0F0"/>
              </a:solidFill>
            </a:endParaRPr>
          </a:p>
          <a:p>
            <a:pPr marL="0" indent="0" algn="ctr">
              <a:buNone/>
            </a:pPr>
            <a:r>
              <a:rPr lang="en-US" sz="2400" dirty="0">
                <a:solidFill>
                  <a:srgbClr val="00B050"/>
                </a:solidFill>
              </a:rPr>
              <a:t>0</a:t>
            </a:r>
            <a:r>
              <a:rPr lang="en-US" sz="2400" dirty="0">
                <a:solidFill>
                  <a:srgbClr val="FF0000"/>
                </a:solidFill>
              </a:rPr>
              <a:t>00 11</a:t>
            </a:r>
            <a:r>
              <a:rPr lang="en-US" sz="2400" dirty="0">
                <a:solidFill>
                  <a:schemeClr val="bg1">
                    <a:lumMod val="65000"/>
                  </a:schemeClr>
                </a:solidFill>
              </a:rPr>
              <a:t>11</a:t>
            </a:r>
            <a:r>
              <a:rPr lang="en-US" sz="2400" dirty="0"/>
              <a:t> </a:t>
            </a:r>
            <a:r>
              <a:rPr lang="en-US" sz="2400" dirty="0">
                <a:solidFill>
                  <a:srgbClr val="00B0F0"/>
                </a:solidFill>
              </a:rPr>
              <a:t>1000 </a:t>
            </a:r>
            <a:r>
              <a:rPr lang="en-US" sz="2400" dirty="0"/>
              <a:t>= 0xF8</a:t>
            </a:r>
          </a:p>
        </p:txBody>
      </p:sp>
      <p:graphicFrame>
        <p:nvGraphicFramePr>
          <p:cNvPr id="6" name="Tabel 7">
            <a:extLst>
              <a:ext uri="{FF2B5EF4-FFF2-40B4-BE49-F238E27FC236}">
                <a16:creationId xmlns:a16="http://schemas.microsoft.com/office/drawing/2014/main" id="{3B25901A-CCD3-4756-A5F3-2E17BACAD0D9}"/>
              </a:ext>
            </a:extLst>
          </p:cNvPr>
          <p:cNvGraphicFramePr>
            <a:graphicFrameLocks noGrp="1"/>
          </p:cNvGraphicFramePr>
          <p:nvPr>
            <p:extLst>
              <p:ext uri="{D42A27DB-BD31-4B8C-83A1-F6EECF244321}">
                <p14:modId xmlns:p14="http://schemas.microsoft.com/office/powerpoint/2010/main" val="543193844"/>
              </p:ext>
            </p:extLst>
          </p:nvPr>
        </p:nvGraphicFramePr>
        <p:xfrm>
          <a:off x="803429" y="3180976"/>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graphicFrame>
        <p:nvGraphicFramePr>
          <p:cNvPr id="8" name="Tabel 7">
            <a:extLst>
              <a:ext uri="{FF2B5EF4-FFF2-40B4-BE49-F238E27FC236}">
                <a16:creationId xmlns:a16="http://schemas.microsoft.com/office/drawing/2014/main" id="{3A1D88FE-ECC9-4042-A358-7AF50F574A1B}"/>
              </a:ext>
            </a:extLst>
          </p:cNvPr>
          <p:cNvGraphicFramePr>
            <a:graphicFrameLocks noGrp="1"/>
          </p:cNvGraphicFramePr>
          <p:nvPr>
            <p:extLst>
              <p:ext uri="{D42A27DB-BD31-4B8C-83A1-F6EECF244321}">
                <p14:modId xmlns:p14="http://schemas.microsoft.com/office/powerpoint/2010/main" val="476251409"/>
              </p:ext>
            </p:extLst>
          </p:nvPr>
        </p:nvGraphicFramePr>
        <p:xfrm>
          <a:off x="3467453" y="3180976"/>
          <a:ext cx="2410352" cy="370840"/>
        </p:xfrm>
        <a:graphic>
          <a:graphicData uri="http://schemas.openxmlformats.org/drawingml/2006/table">
            <a:tbl>
              <a:tblPr firstRow="1" bandRow="1">
                <a:tableStyleId>{5C22544A-7EE6-4342-B048-85BDC9FD1C3A}</a:tableStyleId>
              </a:tblPr>
              <a:tblGrid>
                <a:gridCol w="262045">
                  <a:extLst>
                    <a:ext uri="{9D8B030D-6E8A-4147-A177-3AD203B41FA5}">
                      <a16:colId xmlns:a16="http://schemas.microsoft.com/office/drawing/2014/main" val="2755551523"/>
                    </a:ext>
                  </a:extLst>
                </a:gridCol>
                <a:gridCol w="306901">
                  <a:extLst>
                    <a:ext uri="{9D8B030D-6E8A-4147-A177-3AD203B41FA5}">
                      <a16:colId xmlns:a16="http://schemas.microsoft.com/office/drawing/2014/main" val="2021743016"/>
                    </a:ext>
                  </a:extLst>
                </a:gridCol>
                <a:gridCol w="306901">
                  <a:extLst>
                    <a:ext uri="{9D8B030D-6E8A-4147-A177-3AD203B41FA5}">
                      <a16:colId xmlns:a16="http://schemas.microsoft.com/office/drawing/2014/main" val="3901457634"/>
                    </a:ext>
                  </a:extLst>
                </a:gridCol>
                <a:gridCol w="306901">
                  <a:extLst>
                    <a:ext uri="{9D8B030D-6E8A-4147-A177-3AD203B41FA5}">
                      <a16:colId xmlns:a16="http://schemas.microsoft.com/office/drawing/2014/main" val="1227454362"/>
                    </a:ext>
                  </a:extLst>
                </a:gridCol>
                <a:gridCol w="306901">
                  <a:extLst>
                    <a:ext uri="{9D8B030D-6E8A-4147-A177-3AD203B41FA5}">
                      <a16:colId xmlns:a16="http://schemas.microsoft.com/office/drawing/2014/main" val="2525482863"/>
                    </a:ext>
                  </a:extLst>
                </a:gridCol>
                <a:gridCol w="306901">
                  <a:extLst>
                    <a:ext uri="{9D8B030D-6E8A-4147-A177-3AD203B41FA5}">
                      <a16:colId xmlns:a16="http://schemas.microsoft.com/office/drawing/2014/main" val="439079287"/>
                    </a:ext>
                  </a:extLst>
                </a:gridCol>
                <a:gridCol w="306901">
                  <a:extLst>
                    <a:ext uri="{9D8B030D-6E8A-4147-A177-3AD203B41FA5}">
                      <a16:colId xmlns:a16="http://schemas.microsoft.com/office/drawing/2014/main" val="2327853675"/>
                    </a:ext>
                  </a:extLst>
                </a:gridCol>
                <a:gridCol w="306901">
                  <a:extLst>
                    <a:ext uri="{9D8B030D-6E8A-4147-A177-3AD203B41FA5}">
                      <a16:colId xmlns:a16="http://schemas.microsoft.com/office/drawing/2014/main" val="2398567256"/>
                    </a:ext>
                  </a:extLst>
                </a:gridCol>
              </a:tblGrid>
              <a:tr h="370840">
                <a:tc>
                  <a:txBody>
                    <a:bodyPr/>
                    <a:lstStyle/>
                    <a:p>
                      <a:r>
                        <a:rPr lang="en-US" dirty="0">
                          <a:solidFill>
                            <a:sysClr val="windowText" lastClr="0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dirty="0">
                          <a:solidFill>
                            <a:sysClr val="windowText" lastClr="000000"/>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318" rtl="0" eaLnBrk="1" latinLnBrk="0" hangingPunct="1"/>
                      <a:r>
                        <a:rPr lang="en-US" sz="1800" b="1" kern="1200" dirty="0">
                          <a:solidFill>
                            <a:sysClr val="windowText" lastClr="000000"/>
                          </a:solidFill>
                          <a:latin typeface="+mn-lt"/>
                          <a:ea typeface="+mn-ea"/>
                          <a:cs typeface="+mn-cs"/>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ysClr val="windowText" lastClr="00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09303"/>
                  </a:ext>
                </a:extLst>
              </a:tr>
            </a:tbl>
          </a:graphicData>
        </a:graphic>
      </p:graphicFrame>
      <p:pic>
        <p:nvPicPr>
          <p:cNvPr id="10" name="Billede 9">
            <a:extLst>
              <a:ext uri="{FF2B5EF4-FFF2-40B4-BE49-F238E27FC236}">
                <a16:creationId xmlns:a16="http://schemas.microsoft.com/office/drawing/2014/main" id="{100A9840-E066-4045-93B1-D3A30ADFC215}"/>
              </a:ext>
            </a:extLst>
          </p:cNvPr>
          <p:cNvPicPr>
            <a:picLocks noChangeAspect="1"/>
          </p:cNvPicPr>
          <p:nvPr/>
        </p:nvPicPr>
        <p:blipFill>
          <a:blip r:embed="rId2"/>
          <a:stretch>
            <a:fillRect/>
          </a:stretch>
        </p:blipFill>
        <p:spPr>
          <a:xfrm>
            <a:off x="8788127" y="0"/>
            <a:ext cx="2931795" cy="6858000"/>
          </a:xfrm>
          <a:prstGeom prst="rect">
            <a:avLst/>
          </a:prstGeom>
        </p:spPr>
      </p:pic>
      <p:sp>
        <p:nvSpPr>
          <p:cNvPr id="14" name="Tekstfelt 13">
            <a:extLst>
              <a:ext uri="{FF2B5EF4-FFF2-40B4-BE49-F238E27FC236}">
                <a16:creationId xmlns:a16="http://schemas.microsoft.com/office/drawing/2014/main" id="{16EA9693-0A19-4089-9128-99E7B817E6B7}"/>
              </a:ext>
            </a:extLst>
          </p:cNvPr>
          <p:cNvSpPr txBox="1"/>
          <p:nvPr/>
        </p:nvSpPr>
        <p:spPr>
          <a:xfrm>
            <a:off x="587374" y="6118646"/>
            <a:ext cx="6097712" cy="369332"/>
          </a:xfrm>
          <a:prstGeom prst="rect">
            <a:avLst/>
          </a:prstGeom>
          <a:noFill/>
        </p:spPr>
        <p:txBody>
          <a:bodyPr wrap="square">
            <a:spAutoFit/>
          </a:bodyPr>
          <a:lstStyle/>
          <a:p>
            <a:r>
              <a:rPr lang="en-US" dirty="0">
                <a:hlinkClick r:id="rId3"/>
              </a:rPr>
              <a:t>https://www.unicode.org/charts/PDF/U0080.pdf</a:t>
            </a:r>
            <a:endParaRPr lang="en-US" dirty="0"/>
          </a:p>
        </p:txBody>
      </p:sp>
      <p:cxnSp>
        <p:nvCxnSpPr>
          <p:cNvPr id="16" name="Lige pilforbindelse 15">
            <a:extLst>
              <a:ext uri="{FF2B5EF4-FFF2-40B4-BE49-F238E27FC236}">
                <a16:creationId xmlns:a16="http://schemas.microsoft.com/office/drawing/2014/main" id="{90FC9693-FF90-4A9E-BD91-4731FFA72BD8}"/>
              </a:ext>
            </a:extLst>
          </p:cNvPr>
          <p:cNvCxnSpPr>
            <a:cxnSpLocks/>
          </p:cNvCxnSpPr>
          <p:nvPr/>
        </p:nvCxnSpPr>
        <p:spPr>
          <a:xfrm flipH="1">
            <a:off x="2239242" y="2413348"/>
            <a:ext cx="436775" cy="18980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Lige pilforbindelse 16">
            <a:extLst>
              <a:ext uri="{FF2B5EF4-FFF2-40B4-BE49-F238E27FC236}">
                <a16:creationId xmlns:a16="http://schemas.microsoft.com/office/drawing/2014/main" id="{BA5028BB-3EEC-4722-BE53-15A16978E942}"/>
              </a:ext>
            </a:extLst>
          </p:cNvPr>
          <p:cNvCxnSpPr>
            <a:cxnSpLocks/>
          </p:cNvCxnSpPr>
          <p:nvPr/>
        </p:nvCxnSpPr>
        <p:spPr>
          <a:xfrm flipH="1">
            <a:off x="2888142" y="2413348"/>
            <a:ext cx="156977" cy="2327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Lige pilforbindelse 19">
            <a:extLst>
              <a:ext uri="{FF2B5EF4-FFF2-40B4-BE49-F238E27FC236}">
                <a16:creationId xmlns:a16="http://schemas.microsoft.com/office/drawing/2014/main" id="{8D9BE5B7-8C2F-4D51-A847-DCA40A930481}"/>
              </a:ext>
            </a:extLst>
          </p:cNvPr>
          <p:cNvCxnSpPr>
            <a:cxnSpLocks/>
          </p:cNvCxnSpPr>
          <p:nvPr/>
        </p:nvCxnSpPr>
        <p:spPr>
          <a:xfrm flipH="1">
            <a:off x="3994340" y="2413348"/>
            <a:ext cx="209829" cy="189807"/>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Lige pilforbindelse 21">
            <a:extLst>
              <a:ext uri="{FF2B5EF4-FFF2-40B4-BE49-F238E27FC236}">
                <a16:creationId xmlns:a16="http://schemas.microsoft.com/office/drawing/2014/main" id="{737CC3FA-27F2-4390-BC27-406B1EBA9734}"/>
              </a:ext>
            </a:extLst>
          </p:cNvPr>
          <p:cNvCxnSpPr>
            <a:cxnSpLocks/>
          </p:cNvCxnSpPr>
          <p:nvPr/>
        </p:nvCxnSpPr>
        <p:spPr>
          <a:xfrm>
            <a:off x="4490292" y="2394861"/>
            <a:ext cx="169580" cy="25118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4" name="Tekstfelt 33">
            <a:extLst>
              <a:ext uri="{FF2B5EF4-FFF2-40B4-BE49-F238E27FC236}">
                <a16:creationId xmlns:a16="http://schemas.microsoft.com/office/drawing/2014/main" id="{035487F1-6A82-42B0-A762-EA42FA47F2CF}"/>
              </a:ext>
            </a:extLst>
          </p:cNvPr>
          <p:cNvSpPr txBox="1"/>
          <p:nvPr/>
        </p:nvSpPr>
        <p:spPr>
          <a:xfrm>
            <a:off x="472078" y="2041785"/>
            <a:ext cx="1547663" cy="369332"/>
          </a:xfrm>
          <a:prstGeom prst="rect">
            <a:avLst/>
          </a:prstGeom>
          <a:noFill/>
        </p:spPr>
        <p:txBody>
          <a:bodyPr wrap="square">
            <a:spAutoFit/>
          </a:bodyPr>
          <a:lstStyle/>
          <a:p>
            <a:r>
              <a:rPr lang="da-DK" sz="1800" dirty="0"/>
              <a:t>2-byte kode</a:t>
            </a:r>
            <a:endParaRPr lang="en-US" sz="1800" dirty="0"/>
          </a:p>
        </p:txBody>
      </p:sp>
      <p:sp>
        <p:nvSpPr>
          <p:cNvPr id="5" name="Rektangel 4">
            <a:extLst>
              <a:ext uri="{FF2B5EF4-FFF2-40B4-BE49-F238E27FC236}">
                <a16:creationId xmlns:a16="http://schemas.microsoft.com/office/drawing/2014/main" id="{86FA8DD8-5059-4438-A0E1-A88CC0F7A8C8}"/>
              </a:ext>
            </a:extLst>
          </p:cNvPr>
          <p:cNvSpPr/>
          <p:nvPr/>
        </p:nvSpPr>
        <p:spPr>
          <a:xfrm>
            <a:off x="8788127" y="3429000"/>
            <a:ext cx="3031961" cy="5725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ktangel 6">
            <a:extLst>
              <a:ext uri="{FF2B5EF4-FFF2-40B4-BE49-F238E27FC236}">
                <a16:creationId xmlns:a16="http://schemas.microsoft.com/office/drawing/2014/main" id="{E0A391D0-DB88-4A98-A0D7-8B0EAA342349}"/>
              </a:ext>
            </a:extLst>
          </p:cNvPr>
          <p:cNvSpPr/>
          <p:nvPr/>
        </p:nvSpPr>
        <p:spPr>
          <a:xfrm>
            <a:off x="329380" y="4437796"/>
            <a:ext cx="6465703" cy="1560332"/>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Billede 11">
            <a:extLst>
              <a:ext uri="{FF2B5EF4-FFF2-40B4-BE49-F238E27FC236}">
                <a16:creationId xmlns:a16="http://schemas.microsoft.com/office/drawing/2014/main" id="{EA9A07A1-4D0C-4541-AA1D-BF437B48E187}"/>
              </a:ext>
            </a:extLst>
          </p:cNvPr>
          <p:cNvPicPr>
            <a:picLocks noChangeAspect="1"/>
          </p:cNvPicPr>
          <p:nvPr/>
        </p:nvPicPr>
        <p:blipFill>
          <a:blip r:embed="rId4"/>
          <a:stretch>
            <a:fillRect/>
          </a:stretch>
        </p:blipFill>
        <p:spPr>
          <a:xfrm>
            <a:off x="587374" y="4491952"/>
            <a:ext cx="5763731" cy="1419425"/>
          </a:xfrm>
          <a:prstGeom prst="rect">
            <a:avLst/>
          </a:prstGeom>
        </p:spPr>
      </p:pic>
      <p:sp>
        <p:nvSpPr>
          <p:cNvPr id="31" name="Ellipse 30">
            <a:extLst>
              <a:ext uri="{FF2B5EF4-FFF2-40B4-BE49-F238E27FC236}">
                <a16:creationId xmlns:a16="http://schemas.microsoft.com/office/drawing/2014/main" id="{69803845-772D-4A90-9DF9-4B4A0F329B06}"/>
              </a:ext>
            </a:extLst>
          </p:cNvPr>
          <p:cNvSpPr/>
          <p:nvPr/>
        </p:nvSpPr>
        <p:spPr>
          <a:xfrm>
            <a:off x="5670958" y="5133680"/>
            <a:ext cx="536895" cy="49571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387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58A5A3-39C3-2BD4-FC07-201084D14380}"/>
              </a:ext>
            </a:extLst>
          </p:cNvPr>
          <p:cNvSpPr>
            <a:spLocks noGrp="1"/>
          </p:cNvSpPr>
          <p:nvPr>
            <p:ph type="sldNum" sz="quarter" idx="4"/>
          </p:nvPr>
        </p:nvSpPr>
        <p:spPr/>
        <p:txBody>
          <a:bodyPr/>
          <a:lstStyle/>
          <a:p>
            <a:fld id="{D8D877B3-D348-4611-9BDB-C5374591D951}" type="slidenum">
              <a:rPr lang="en-US" smtClean="0"/>
              <a:pPr/>
              <a:t>41</a:t>
            </a:fld>
            <a:endParaRPr lang="en-US" dirty="0"/>
          </a:p>
        </p:txBody>
      </p:sp>
      <p:sp>
        <p:nvSpPr>
          <p:cNvPr id="3" name="Title 2">
            <a:extLst>
              <a:ext uri="{FF2B5EF4-FFF2-40B4-BE49-F238E27FC236}">
                <a16:creationId xmlns:a16="http://schemas.microsoft.com/office/drawing/2014/main" id="{48F8230D-09D9-74C9-6A5A-0B33C7A27846}"/>
              </a:ext>
            </a:extLst>
          </p:cNvPr>
          <p:cNvSpPr>
            <a:spLocks noGrp="1"/>
          </p:cNvSpPr>
          <p:nvPr>
            <p:ph type="title"/>
          </p:nvPr>
        </p:nvSpPr>
        <p:spPr>
          <a:xfrm>
            <a:off x="587374" y="370290"/>
            <a:ext cx="10250955" cy="1474385"/>
          </a:xfrm>
        </p:spPr>
        <p:txBody>
          <a:bodyPr/>
          <a:lstStyle/>
          <a:p>
            <a:r>
              <a:rPr lang="da-DK" dirty="0"/>
              <a:t>Hvordan bruger man mere end 2 filer og hvorfor? eksempel</a:t>
            </a:r>
            <a:endParaRPr lang="LID4096" dirty="0"/>
          </a:p>
        </p:txBody>
      </p:sp>
      <p:sp>
        <p:nvSpPr>
          <p:cNvPr id="8" name="TextBox 7">
            <a:extLst>
              <a:ext uri="{FF2B5EF4-FFF2-40B4-BE49-F238E27FC236}">
                <a16:creationId xmlns:a16="http://schemas.microsoft.com/office/drawing/2014/main" id="{5CE3E872-8EC4-B6F6-B99E-41AF07F9E899}"/>
              </a:ext>
            </a:extLst>
          </p:cNvPr>
          <p:cNvSpPr txBox="1"/>
          <p:nvPr/>
        </p:nvSpPr>
        <p:spPr>
          <a:xfrm>
            <a:off x="352985" y="1969637"/>
            <a:ext cx="5578756" cy="1815882"/>
          </a:xfrm>
          <a:prstGeom prst="rect">
            <a:avLst/>
          </a:prstGeom>
          <a:solidFill>
            <a:schemeClr val="bg1">
              <a:lumMod val="85000"/>
            </a:schemeClr>
          </a:solidFill>
        </p:spPr>
        <p:txBody>
          <a:bodyPr wrap="square">
            <a:spAutoFit/>
          </a:bodyPr>
          <a:lstStyle/>
          <a:p>
            <a:r>
              <a:rPr lang="en-US" sz="800" dirty="0">
                <a:solidFill>
                  <a:srgbClr val="B5200D"/>
                </a:solidFill>
                <a:latin typeface="Consolas" panose="020B0609020204030204" pitchFamily="49" charset="0"/>
              </a:rPr>
              <a:t>&gt; File: File1.c</a:t>
            </a:r>
            <a:endParaRPr lang="en-US" sz="800" b="0" dirty="0">
              <a:solidFill>
                <a:srgbClr val="B5200D"/>
              </a:solidFill>
              <a:effectLst/>
              <a:latin typeface="Consolas" panose="020B0609020204030204" pitchFamily="49" charset="0"/>
            </a:endParaRPr>
          </a:p>
          <a:p>
            <a:pPr marL="228600" indent="-228600">
              <a:buFont typeface="+mj-lt"/>
              <a:buAutoNum type="arabicPeriod"/>
            </a:pPr>
            <a:r>
              <a:rPr lang="en-US" sz="800" b="0" dirty="0">
                <a:solidFill>
                  <a:srgbClr val="B5200D"/>
                </a:solidFill>
                <a:effectLst/>
                <a:latin typeface="Consolas" panose="020B0609020204030204" pitchFamily="49" charset="0"/>
              </a:rPr>
              <a:t>#include</a:t>
            </a:r>
            <a:r>
              <a:rPr lang="en-US" sz="800" b="0" dirty="0">
                <a:solidFill>
                  <a:srgbClr val="0F4A85"/>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printfunktions.h</a:t>
            </a:r>
            <a:r>
              <a:rPr lang="en-US" sz="800" b="0" dirty="0">
                <a:solidFill>
                  <a:srgbClr val="0F4A85"/>
                </a:solidFill>
                <a:effectLst/>
                <a:latin typeface="Consolas" panose="020B0609020204030204" pitchFamily="49" charset="0"/>
              </a:rPr>
              <a:t>"</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515151"/>
                </a:solidFill>
                <a:effectLst/>
                <a:latin typeface="Consolas" panose="020B0609020204030204" pitchFamily="49" charset="0"/>
              </a:rPr>
              <a:t>//#include "</a:t>
            </a:r>
            <a:r>
              <a:rPr lang="en-US" sz="800" b="0" dirty="0" err="1">
                <a:solidFill>
                  <a:srgbClr val="515151"/>
                </a:solidFill>
                <a:effectLst/>
                <a:latin typeface="Consolas" panose="020B0609020204030204" pitchFamily="49" charset="0"/>
              </a:rPr>
              <a:t>sortingfunctions.h</a:t>
            </a:r>
            <a:r>
              <a:rPr lang="en-US" sz="800" b="0" dirty="0">
                <a:solidFill>
                  <a:srgbClr val="515151"/>
                </a:solidFill>
                <a:effectLst/>
                <a:latin typeface="Consolas" panose="020B0609020204030204" pitchFamily="49" charset="0"/>
              </a:rPr>
              <a:t>"</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main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515151"/>
                </a:solidFill>
                <a:effectLst/>
                <a:latin typeface="Consolas" panose="020B0609020204030204" pitchFamily="49" charset="0"/>
              </a:rPr>
              <a:t>    /* Variables */</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3</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1</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3</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5</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6</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B</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4</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1</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2</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3</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4</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5</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6</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7</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8</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print1DArrayAsColumn</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print1DArrayAsRow</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print2DArray</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B</a:t>
            </a:r>
            <a:r>
              <a:rPr lang="en-US" sz="800" b="0" dirty="0">
                <a:solidFill>
                  <a:srgbClr val="292929"/>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B</a:t>
            </a:r>
            <a:r>
              <a:rPr lang="en-US" sz="800" b="0" dirty="0">
                <a:solidFill>
                  <a:srgbClr val="292929"/>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B</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B</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r>
              <a:rPr lang="en-US" sz="800" b="0" dirty="0">
                <a:solidFill>
                  <a:srgbClr val="000000"/>
                </a:solidFill>
                <a:effectLst/>
                <a:latin typeface="Consolas" panose="020B0609020204030204" pitchFamily="49" charset="0"/>
              </a:rPr>
              <a:t>/</a:t>
            </a:r>
            <a:r>
              <a:rPr lang="en-US" sz="800" b="0" dirty="0" err="1">
                <a:solidFill>
                  <a:srgbClr val="0F4A85"/>
                </a:solidFill>
                <a:effectLst/>
                <a:latin typeface="Consolas" panose="020B0609020204030204" pitchFamily="49" charset="0"/>
              </a:rPr>
              <a:t>sizeof</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B</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dirty="0">
                <a:solidFill>
                  <a:srgbClr val="292929"/>
                </a:solidFill>
                <a:latin typeface="Consolas" panose="020B0609020204030204" pitchFamily="49" charset="0"/>
              </a:rPr>
              <a:t> </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515151"/>
                </a:solidFill>
                <a:effectLst/>
                <a:latin typeface="Consolas" panose="020B0609020204030204" pitchFamily="49" charset="0"/>
              </a:rPr>
              <a:t>// </a:t>
            </a:r>
            <a:r>
              <a:rPr lang="en-US" sz="800" b="0" dirty="0" err="1">
                <a:solidFill>
                  <a:srgbClr val="515151"/>
                </a:solidFill>
                <a:effectLst/>
                <a:latin typeface="Consolas" panose="020B0609020204030204" pitchFamily="49" charset="0"/>
              </a:rPr>
              <a:t>bobbleSort</a:t>
            </a:r>
            <a:r>
              <a:rPr lang="en-US" sz="800" b="0" dirty="0">
                <a:solidFill>
                  <a:srgbClr val="515151"/>
                </a:solidFill>
                <a:effectLst/>
                <a:latin typeface="Consolas" panose="020B0609020204030204" pitchFamily="49" charset="0"/>
              </a:rPr>
              <a:t>(&amp;A);</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return</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677EFCCA-1497-DA79-4524-DFC83576D7DB}"/>
              </a:ext>
            </a:extLst>
          </p:cNvPr>
          <p:cNvSpPr txBox="1"/>
          <p:nvPr/>
        </p:nvSpPr>
        <p:spPr>
          <a:xfrm>
            <a:off x="292473" y="4808046"/>
            <a:ext cx="3472703" cy="1569660"/>
          </a:xfrm>
          <a:prstGeom prst="rect">
            <a:avLst/>
          </a:prstGeom>
          <a:solidFill>
            <a:schemeClr val="bg1">
              <a:lumMod val="85000"/>
            </a:schemeClr>
          </a:solidFill>
        </p:spPr>
        <p:txBody>
          <a:bodyPr wrap="square">
            <a:spAutoFit/>
          </a:bodyPr>
          <a:lstStyle/>
          <a:p>
            <a:r>
              <a:rPr lang="da-DK" sz="800" dirty="0" err="1">
                <a:latin typeface="Consolas" panose="020B0609020204030204" pitchFamily="49" charset="0"/>
              </a:rPr>
              <a:t>gcc</a:t>
            </a:r>
            <a:r>
              <a:rPr lang="da-DK" sz="800" dirty="0">
                <a:latin typeface="Consolas" panose="020B0609020204030204" pitchFamily="49" charset="0"/>
              </a:rPr>
              <a:t> File1.c .\</a:t>
            </a:r>
            <a:r>
              <a:rPr lang="da-DK" sz="800" dirty="0" err="1">
                <a:latin typeface="Consolas" panose="020B0609020204030204" pitchFamily="49" charset="0"/>
              </a:rPr>
              <a:t>printfunktions.c</a:t>
            </a:r>
            <a:r>
              <a:rPr lang="da-DK" sz="800" dirty="0">
                <a:latin typeface="Consolas" panose="020B0609020204030204" pitchFamily="49" charset="0"/>
              </a:rPr>
              <a:t>; .\a.exe</a:t>
            </a:r>
          </a:p>
          <a:p>
            <a:r>
              <a:rPr lang="da-DK" sz="800" dirty="0">
                <a:latin typeface="Consolas" panose="020B0609020204030204" pitchFamily="49" charset="0"/>
              </a:rPr>
              <a:t>&gt;</a:t>
            </a:r>
            <a:r>
              <a:rPr lang="LID4096" sz="800" dirty="0">
                <a:latin typeface="Consolas" panose="020B0609020204030204" pitchFamily="49" charset="0"/>
              </a:rPr>
              <a:t>Printing a size [5] column array</a:t>
            </a:r>
          </a:p>
          <a:p>
            <a:r>
              <a:rPr lang="da-DK" sz="800" dirty="0">
                <a:latin typeface="Consolas" panose="020B0609020204030204" pitchFamily="49" charset="0"/>
              </a:rPr>
              <a:t>&gt;</a:t>
            </a:r>
            <a:r>
              <a:rPr lang="LID4096" sz="800" dirty="0">
                <a:latin typeface="Consolas" panose="020B0609020204030204" pitchFamily="49" charset="0"/>
              </a:rPr>
              <a:t>     3</a:t>
            </a:r>
          </a:p>
          <a:p>
            <a:r>
              <a:rPr lang="da-DK" sz="800" dirty="0">
                <a:latin typeface="Consolas" panose="020B0609020204030204" pitchFamily="49" charset="0"/>
              </a:rPr>
              <a:t>&gt;</a:t>
            </a:r>
            <a:r>
              <a:rPr lang="LID4096" sz="800" dirty="0">
                <a:latin typeface="Consolas" panose="020B0609020204030204" pitchFamily="49" charset="0"/>
              </a:rPr>
              <a:t>     1</a:t>
            </a:r>
          </a:p>
          <a:p>
            <a:r>
              <a:rPr lang="da-DK" sz="800" dirty="0">
                <a:latin typeface="Consolas" panose="020B0609020204030204" pitchFamily="49" charset="0"/>
              </a:rPr>
              <a:t>&gt;</a:t>
            </a:r>
            <a:r>
              <a:rPr lang="LID4096" sz="800" dirty="0">
                <a:latin typeface="Consolas" panose="020B0609020204030204" pitchFamily="49" charset="0"/>
              </a:rPr>
              <a:t>     3</a:t>
            </a:r>
          </a:p>
          <a:p>
            <a:r>
              <a:rPr lang="da-DK" sz="800" dirty="0">
                <a:latin typeface="Consolas" panose="020B0609020204030204" pitchFamily="49" charset="0"/>
              </a:rPr>
              <a:t>&gt;</a:t>
            </a:r>
            <a:r>
              <a:rPr lang="LID4096" sz="800" dirty="0">
                <a:latin typeface="Consolas" panose="020B0609020204030204" pitchFamily="49" charset="0"/>
              </a:rPr>
              <a:t>     5</a:t>
            </a:r>
          </a:p>
          <a:p>
            <a:r>
              <a:rPr lang="da-DK" sz="800" dirty="0">
                <a:latin typeface="Consolas" panose="020B0609020204030204" pitchFamily="49" charset="0"/>
              </a:rPr>
              <a:t>&gt;</a:t>
            </a:r>
            <a:r>
              <a:rPr lang="LID4096" sz="800" dirty="0">
                <a:latin typeface="Consolas" panose="020B0609020204030204" pitchFamily="49" charset="0"/>
              </a:rPr>
              <a:t>     6</a:t>
            </a:r>
          </a:p>
          <a:p>
            <a:r>
              <a:rPr lang="da-DK" sz="800" dirty="0">
                <a:latin typeface="Consolas" panose="020B0609020204030204" pitchFamily="49" charset="0"/>
              </a:rPr>
              <a:t>&gt;</a:t>
            </a:r>
            <a:r>
              <a:rPr lang="LID4096" sz="800" dirty="0">
                <a:latin typeface="Consolas" panose="020B0609020204030204" pitchFamily="49" charset="0"/>
              </a:rPr>
              <a:t>Printing a size [5]  row array</a:t>
            </a:r>
          </a:p>
          <a:p>
            <a:r>
              <a:rPr lang="da-DK" sz="800" dirty="0">
                <a:latin typeface="Consolas" panose="020B0609020204030204" pitchFamily="49" charset="0"/>
              </a:rPr>
              <a:t>&gt;</a:t>
            </a:r>
            <a:r>
              <a:rPr lang="LID4096" sz="800" dirty="0">
                <a:latin typeface="Consolas" panose="020B0609020204030204" pitchFamily="49" charset="0"/>
              </a:rPr>
              <a:t>   3,   1,   3,   5,   6</a:t>
            </a:r>
          </a:p>
          <a:p>
            <a:r>
              <a:rPr lang="da-DK" sz="800" dirty="0">
                <a:latin typeface="Consolas" panose="020B0609020204030204" pitchFamily="49" charset="0"/>
              </a:rPr>
              <a:t>&gt;</a:t>
            </a:r>
            <a:r>
              <a:rPr lang="LID4096" sz="800" dirty="0">
                <a:latin typeface="Consolas" panose="020B0609020204030204" pitchFamily="49" charset="0"/>
              </a:rPr>
              <a:t>Printing a size [2,4] array</a:t>
            </a:r>
          </a:p>
          <a:p>
            <a:r>
              <a:rPr lang="da-DK" sz="800" dirty="0">
                <a:latin typeface="Consolas" panose="020B0609020204030204" pitchFamily="49" charset="0"/>
              </a:rPr>
              <a:t>&gt;</a:t>
            </a:r>
            <a:r>
              <a:rPr lang="LID4096" sz="800" dirty="0">
                <a:latin typeface="Consolas" panose="020B0609020204030204" pitchFamily="49" charset="0"/>
              </a:rPr>
              <a:t>   1,   2,   3,   4</a:t>
            </a:r>
          </a:p>
          <a:p>
            <a:r>
              <a:rPr lang="da-DK" sz="800" dirty="0">
                <a:latin typeface="Consolas" panose="020B0609020204030204" pitchFamily="49" charset="0"/>
              </a:rPr>
              <a:t>&gt;</a:t>
            </a:r>
            <a:r>
              <a:rPr lang="LID4096" sz="800" dirty="0">
                <a:latin typeface="Consolas" panose="020B0609020204030204" pitchFamily="49" charset="0"/>
              </a:rPr>
              <a:t>   5,   6,   7,   8</a:t>
            </a:r>
          </a:p>
        </p:txBody>
      </p:sp>
      <p:sp>
        <p:nvSpPr>
          <p:cNvPr id="12" name="TextBox 11">
            <a:extLst>
              <a:ext uri="{FF2B5EF4-FFF2-40B4-BE49-F238E27FC236}">
                <a16:creationId xmlns:a16="http://schemas.microsoft.com/office/drawing/2014/main" id="{A6FDBD6B-22AC-59A3-3876-F256EA10203D}"/>
              </a:ext>
            </a:extLst>
          </p:cNvPr>
          <p:cNvSpPr txBox="1"/>
          <p:nvPr/>
        </p:nvSpPr>
        <p:spPr>
          <a:xfrm>
            <a:off x="6260260" y="5348820"/>
            <a:ext cx="5274608" cy="707886"/>
          </a:xfrm>
          <a:prstGeom prst="rect">
            <a:avLst/>
          </a:prstGeom>
          <a:solidFill>
            <a:schemeClr val="bg1">
              <a:lumMod val="85000"/>
            </a:schemeClr>
          </a:solidFill>
        </p:spPr>
        <p:txBody>
          <a:bodyPr wrap="square">
            <a:spAutoFit/>
          </a:bodyPr>
          <a:lstStyle/>
          <a:p>
            <a:r>
              <a:rPr lang="en-US" sz="800" b="0" dirty="0">
                <a:solidFill>
                  <a:srgbClr val="B5200D"/>
                </a:solidFill>
                <a:effectLst/>
                <a:latin typeface="Consolas" panose="020B0609020204030204" pitchFamily="49" charset="0"/>
              </a:rPr>
              <a:t>&gt; File: </a:t>
            </a:r>
            <a:r>
              <a:rPr lang="en-US" sz="800" b="0" dirty="0" err="1">
                <a:solidFill>
                  <a:srgbClr val="B5200D"/>
                </a:solidFill>
                <a:effectLst/>
                <a:latin typeface="Consolas" panose="020B0609020204030204" pitchFamily="49" charset="0"/>
              </a:rPr>
              <a:t>printfunktions.h</a:t>
            </a:r>
            <a:endParaRPr lang="en-US" sz="800" b="0" dirty="0">
              <a:solidFill>
                <a:srgbClr val="B5200D"/>
              </a:solidFill>
              <a:effectLst/>
              <a:latin typeface="Consolas" panose="020B0609020204030204" pitchFamily="49" charset="0"/>
            </a:endParaRPr>
          </a:p>
          <a:p>
            <a:pPr marL="228600" indent="-228600">
              <a:buFont typeface="+mj-lt"/>
              <a:buAutoNum type="arabicPeriod"/>
            </a:pPr>
            <a:r>
              <a:rPr lang="en-US" sz="800" b="0" dirty="0">
                <a:solidFill>
                  <a:srgbClr val="B5200D"/>
                </a:solidFill>
                <a:effectLst/>
                <a:latin typeface="Consolas" panose="020B0609020204030204" pitchFamily="49" charset="0"/>
              </a:rPr>
              <a:t>#pragma</a:t>
            </a:r>
            <a:r>
              <a:rPr lang="en-US" sz="800" b="0" dirty="0">
                <a:solidFill>
                  <a:srgbClr val="0F4A85"/>
                </a:solidFill>
                <a:effectLst/>
                <a:latin typeface="Consolas" panose="020B0609020204030204" pitchFamily="49" charset="0"/>
              </a:rPr>
              <a:t> </a:t>
            </a:r>
            <a:r>
              <a:rPr lang="en-US" sz="800" b="0" dirty="0">
                <a:solidFill>
                  <a:srgbClr val="264F78"/>
                </a:solidFill>
                <a:effectLst/>
                <a:latin typeface="Consolas" panose="020B0609020204030204" pitchFamily="49" charset="0"/>
              </a:rPr>
              <a:t>once</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0F4A85"/>
                </a:solidFill>
                <a:effectLst/>
                <a:latin typeface="Consolas" panose="020B0609020204030204" pitchFamily="49" charset="0"/>
              </a:rPr>
              <a:t>extern</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print1DArrayAsColumn</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arr1d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0F4A85"/>
                </a:solidFill>
                <a:effectLst/>
                <a:latin typeface="Consolas" panose="020B0609020204030204" pitchFamily="49" charset="0"/>
              </a:rPr>
              <a:t>extern</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print1DArrayAsRow</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arr1d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0F4A85"/>
                </a:solidFill>
                <a:effectLst/>
                <a:latin typeface="Consolas" panose="020B0609020204030204" pitchFamily="49" charset="0"/>
              </a:rPr>
              <a:t>extern</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print2DArray</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arr2d</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rows</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cols</a:t>
            </a:r>
            <a:r>
              <a:rPr lang="en-US" sz="800" b="0" dirty="0">
                <a:solidFill>
                  <a:srgbClr val="292929"/>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4330C036-5D09-6642-E1A5-CBF57AA873EB}"/>
              </a:ext>
            </a:extLst>
          </p:cNvPr>
          <p:cNvSpPr txBox="1"/>
          <p:nvPr/>
        </p:nvSpPr>
        <p:spPr>
          <a:xfrm>
            <a:off x="6260260" y="1078293"/>
            <a:ext cx="5344366" cy="4154984"/>
          </a:xfrm>
          <a:prstGeom prst="rect">
            <a:avLst/>
          </a:prstGeom>
          <a:solidFill>
            <a:schemeClr val="bg1">
              <a:lumMod val="85000"/>
            </a:schemeClr>
          </a:solidFill>
        </p:spPr>
        <p:txBody>
          <a:bodyPr wrap="square">
            <a:spAutoFit/>
          </a:bodyPr>
          <a:lstStyle/>
          <a:p>
            <a:r>
              <a:rPr lang="en-US" sz="800" dirty="0">
                <a:solidFill>
                  <a:srgbClr val="B5200D"/>
                </a:solidFill>
                <a:latin typeface="Consolas" panose="020B0609020204030204" pitchFamily="49" charset="0"/>
              </a:rPr>
              <a:t>&gt; File </a:t>
            </a:r>
            <a:r>
              <a:rPr lang="en-US" sz="800" dirty="0" err="1">
                <a:solidFill>
                  <a:srgbClr val="B5200D"/>
                </a:solidFill>
                <a:latin typeface="Consolas" panose="020B0609020204030204" pitchFamily="49" charset="0"/>
              </a:rPr>
              <a:t>printingfunktions.c</a:t>
            </a:r>
            <a:endParaRPr lang="en-US" sz="800" b="0" dirty="0">
              <a:solidFill>
                <a:srgbClr val="B5200D"/>
              </a:solidFill>
              <a:effectLst/>
              <a:latin typeface="Consolas" panose="020B0609020204030204" pitchFamily="49" charset="0"/>
            </a:endParaRPr>
          </a:p>
          <a:p>
            <a:pPr marL="228600" indent="-228600">
              <a:buFont typeface="+mj-lt"/>
              <a:buAutoNum type="arabicPeriod"/>
            </a:pPr>
            <a:r>
              <a:rPr lang="en-US" sz="800" b="0" dirty="0">
                <a:solidFill>
                  <a:srgbClr val="B5200D"/>
                </a:solidFill>
                <a:effectLst/>
                <a:latin typeface="Consolas" panose="020B0609020204030204" pitchFamily="49" charset="0"/>
              </a:rPr>
              <a:t>#include</a:t>
            </a:r>
            <a:r>
              <a:rPr lang="en-US" sz="800" b="0" dirty="0">
                <a:solidFill>
                  <a:srgbClr val="0F4A85"/>
                </a:solidFill>
                <a:effectLst/>
                <a:latin typeface="Consolas" panose="020B0609020204030204" pitchFamily="49" charset="0"/>
              </a:rPr>
              <a:t> &lt;</a:t>
            </a:r>
            <a:r>
              <a:rPr lang="en-US" sz="800" b="0" dirty="0" err="1">
                <a:solidFill>
                  <a:srgbClr val="0F4A85"/>
                </a:solidFill>
                <a:effectLst/>
                <a:latin typeface="Consolas" panose="020B0609020204030204" pitchFamily="49" charset="0"/>
              </a:rPr>
              <a:t>stdio.h</a:t>
            </a:r>
            <a:r>
              <a:rPr lang="en-US" sz="800" b="0" dirty="0">
                <a:solidFill>
                  <a:srgbClr val="0F4A85"/>
                </a:solidFill>
                <a:effectLst/>
                <a:latin typeface="Consolas" panose="020B0609020204030204" pitchFamily="49" charset="0"/>
              </a:rPr>
              <a:t>&gt;</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B5200D"/>
                </a:solidFill>
                <a:effectLst/>
                <a:latin typeface="Consolas" panose="020B0609020204030204" pitchFamily="49" charset="0"/>
              </a:rPr>
              <a:t>#include</a:t>
            </a:r>
            <a:r>
              <a:rPr lang="en-US" sz="800" b="0" dirty="0">
                <a:solidFill>
                  <a:srgbClr val="0F4A85"/>
                </a:solidFill>
                <a:effectLst/>
                <a:latin typeface="Consolas" panose="020B0609020204030204" pitchFamily="49" charset="0"/>
              </a:rPr>
              <a:t> "</a:t>
            </a:r>
            <a:r>
              <a:rPr lang="en-US" sz="800" b="0" dirty="0" err="1">
                <a:solidFill>
                  <a:srgbClr val="0F4A85"/>
                </a:solidFill>
                <a:effectLst/>
                <a:latin typeface="Consolas" panose="020B0609020204030204" pitchFamily="49" charset="0"/>
              </a:rPr>
              <a:t>printfunktions.h</a:t>
            </a:r>
            <a:r>
              <a:rPr lang="en-US" sz="800" b="0" dirty="0">
                <a:solidFill>
                  <a:srgbClr val="0F4A85"/>
                </a:solidFill>
                <a:effectLst/>
                <a:latin typeface="Consolas" panose="020B0609020204030204" pitchFamily="49" charset="0"/>
              </a:rPr>
              <a:t>"</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print1DArrayAsRow</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arr1d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515151"/>
                </a:solidFill>
                <a:effectLst/>
                <a:latin typeface="Consolas" panose="020B0609020204030204" pitchFamily="49" charset="0"/>
              </a:rPr>
              <a:t>    /* Prints 1d array*/</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"Printing a size [</a:t>
            </a:r>
            <a:r>
              <a:rPr lang="en-US" sz="800" b="0" dirty="0">
                <a:solidFill>
                  <a:srgbClr val="001080"/>
                </a:solidFill>
                <a:effectLst/>
                <a:latin typeface="Consolas" panose="020B0609020204030204" pitchFamily="49" charset="0"/>
              </a:rPr>
              <a:t>%d</a:t>
            </a:r>
            <a:r>
              <a:rPr lang="en-US" sz="800" b="0" dirty="0">
                <a:solidFill>
                  <a:srgbClr val="0F4A85"/>
                </a:solidFill>
                <a:effectLst/>
                <a:latin typeface="Consolas" panose="020B0609020204030204" pitchFamily="49" charset="0"/>
              </a:rPr>
              <a:t>]  row array</a:t>
            </a:r>
            <a:r>
              <a:rPr lang="en-US" sz="800" b="0" dirty="0">
                <a:solidFill>
                  <a:srgbClr val="EE0000"/>
                </a:solidFill>
                <a:effectLst/>
                <a:latin typeface="Consolas" panose="020B0609020204030204" pitchFamily="49" charset="0"/>
              </a:rPr>
              <a:t>\</a:t>
            </a:r>
            <a:r>
              <a:rPr lang="en-US" sz="800" b="0" dirty="0" err="1">
                <a:solidFill>
                  <a:srgbClr val="EE0000"/>
                </a:solidFill>
                <a:effectLst/>
                <a:latin typeface="Consolas" panose="020B0609020204030204" pitchFamily="49" charset="0"/>
              </a:rPr>
              <a:t>n</a:t>
            </a:r>
            <a:r>
              <a:rPr lang="en-US" sz="800" b="0" dirty="0" err="1">
                <a:solidFill>
                  <a:srgbClr val="0F4A85"/>
                </a:solidFill>
                <a:effectLst/>
                <a:latin typeface="Consolas" panose="020B0609020204030204" pitchFamily="49" charset="0"/>
              </a:rPr>
              <a:t>"</a:t>
            </a:r>
            <a:r>
              <a:rPr lang="en-US" sz="800" b="0" dirty="0" err="1">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for</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&lt;</a:t>
            </a:r>
            <a:r>
              <a:rPr lang="en-US" sz="800" b="0" dirty="0" err="1">
                <a:solidFill>
                  <a:srgbClr val="001080"/>
                </a:solidFill>
                <a:effectLst/>
                <a:latin typeface="Consolas" panose="020B0609020204030204" pitchFamily="49" charset="0"/>
              </a:rPr>
              <a:t>N</a:t>
            </a:r>
            <a:r>
              <a:rPr lang="en-US" sz="800" b="0" dirty="0" err="1">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001080"/>
                </a:solidFill>
                <a:effectLst/>
                <a:latin typeface="Consolas" panose="020B0609020204030204" pitchFamily="49" charset="0"/>
              </a:rPr>
              <a:t>%4d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arr1d</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if</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&lt;</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a:t>
            </a:r>
            <a:r>
              <a:rPr lang="en-US" sz="800" b="0" dirty="0">
                <a:solidFill>
                  <a:srgbClr val="096D48"/>
                </a:solidFill>
                <a:effectLst/>
                <a:latin typeface="Consolas" panose="020B0609020204030204" pitchFamily="49" charset="0"/>
              </a:rPr>
              <a:t>1</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EE0000"/>
                </a:solidFill>
                <a:effectLst/>
                <a:latin typeface="Consolas" panose="020B0609020204030204" pitchFamily="49" charset="0"/>
              </a:rPr>
              <a:t>\n</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print1DArrayAsColumn</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arr1d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515151"/>
                </a:solidFill>
                <a:effectLst/>
                <a:latin typeface="Consolas" panose="020B0609020204030204" pitchFamily="49" charset="0"/>
              </a:rPr>
              <a:t>    /* Prints 1d array*/</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"Printing a size [</a:t>
            </a:r>
            <a:r>
              <a:rPr lang="en-US" sz="800" b="0" dirty="0">
                <a:solidFill>
                  <a:srgbClr val="001080"/>
                </a:solidFill>
                <a:effectLst/>
                <a:latin typeface="Consolas" panose="020B0609020204030204" pitchFamily="49" charset="0"/>
              </a:rPr>
              <a:t>%d</a:t>
            </a:r>
            <a:r>
              <a:rPr lang="en-US" sz="800" b="0" dirty="0">
                <a:solidFill>
                  <a:srgbClr val="0F4A85"/>
                </a:solidFill>
                <a:effectLst/>
                <a:latin typeface="Consolas" panose="020B0609020204030204" pitchFamily="49" charset="0"/>
              </a:rPr>
              <a:t>] column array</a:t>
            </a:r>
            <a:r>
              <a:rPr lang="en-US" sz="800" b="0" dirty="0">
                <a:solidFill>
                  <a:srgbClr val="EE0000"/>
                </a:solidFill>
                <a:effectLst/>
                <a:latin typeface="Consolas" panose="020B0609020204030204" pitchFamily="49" charset="0"/>
              </a:rPr>
              <a:t>\</a:t>
            </a:r>
            <a:r>
              <a:rPr lang="en-US" sz="800" b="0" dirty="0" err="1">
                <a:solidFill>
                  <a:srgbClr val="EE0000"/>
                </a:solidFill>
                <a:effectLst/>
                <a:latin typeface="Consolas" panose="020B0609020204030204" pitchFamily="49" charset="0"/>
              </a:rPr>
              <a:t>n</a:t>
            </a:r>
            <a:r>
              <a:rPr lang="en-US" sz="800" b="0" dirty="0" err="1">
                <a:solidFill>
                  <a:srgbClr val="0F4A85"/>
                </a:solidFill>
                <a:effectLst/>
                <a:latin typeface="Consolas" panose="020B0609020204030204" pitchFamily="49" charset="0"/>
              </a:rPr>
              <a:t>"</a:t>
            </a:r>
            <a:r>
              <a:rPr lang="en-US" sz="800" b="0" dirty="0" err="1">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for</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&lt;</a:t>
            </a:r>
            <a:r>
              <a:rPr lang="en-US" sz="800" b="0" dirty="0" err="1">
                <a:solidFill>
                  <a:srgbClr val="001080"/>
                </a:solidFill>
                <a:effectLst/>
                <a:latin typeface="Consolas" panose="020B0609020204030204" pitchFamily="49" charset="0"/>
              </a:rPr>
              <a:t>N</a:t>
            </a:r>
            <a:r>
              <a:rPr lang="en-US" sz="800" b="0" dirty="0" err="1">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n</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001080"/>
                </a:solidFill>
                <a:effectLst/>
                <a:latin typeface="Consolas" panose="020B0609020204030204" pitchFamily="49" charset="0"/>
              </a:rPr>
              <a:t>%6d</a:t>
            </a:r>
            <a:r>
              <a:rPr lang="en-US" sz="800" b="0" dirty="0">
                <a:solidFill>
                  <a:srgbClr val="EE0000"/>
                </a:solidFill>
                <a:effectLst/>
                <a:latin typeface="Consolas" panose="020B0609020204030204" pitchFamily="49" charset="0"/>
              </a:rPr>
              <a:t>\n</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arr1d</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n</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0F4A85"/>
                </a:solidFill>
                <a:effectLst/>
                <a:latin typeface="Consolas" panose="020B0609020204030204" pitchFamily="49" charset="0"/>
              </a:rPr>
              <a:t>void</a:t>
            </a:r>
            <a:r>
              <a:rPr lang="en-US" sz="800" b="0" dirty="0">
                <a:solidFill>
                  <a:srgbClr val="292929"/>
                </a:solidFill>
                <a:effectLst/>
                <a:latin typeface="Consolas" panose="020B0609020204030204" pitchFamily="49" charset="0"/>
              </a:rPr>
              <a:t> </a:t>
            </a:r>
            <a:r>
              <a:rPr lang="en-US" sz="800" b="0" dirty="0">
                <a:solidFill>
                  <a:srgbClr val="5E2CBC"/>
                </a:solidFill>
                <a:effectLst/>
                <a:latin typeface="Consolas" panose="020B0609020204030204" pitchFamily="49" charset="0"/>
              </a:rPr>
              <a:t>print2DArray</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void</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arr2d</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rows</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cols</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515151"/>
                </a:solidFill>
                <a:effectLst/>
                <a:latin typeface="Consolas" panose="020B0609020204030204" pitchFamily="49" charset="0"/>
              </a:rPr>
              <a:t>    /* Prints 2d array*/</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001080"/>
                </a:solidFill>
                <a:effectLst/>
                <a:latin typeface="Consolas" panose="020B0609020204030204" pitchFamily="49" charset="0"/>
              </a:rPr>
              <a:t>array</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cols</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arr2d</a:t>
            </a:r>
            <a:r>
              <a:rPr lang="en-US" sz="800" b="0" dirty="0">
                <a:solidFill>
                  <a:srgbClr val="292929"/>
                </a:solidFill>
                <a:effectLst/>
                <a:latin typeface="Consolas" panose="020B0609020204030204" pitchFamily="49" charset="0"/>
              </a:rPr>
              <a:t>;</a:t>
            </a:r>
            <a:r>
              <a:rPr lang="en-US" sz="800" b="0" dirty="0">
                <a:solidFill>
                  <a:srgbClr val="515151"/>
                </a:solidFill>
                <a:effectLst/>
                <a:latin typeface="Consolas" panose="020B0609020204030204" pitchFamily="49" charset="0"/>
              </a:rPr>
              <a:t> // Cast the void pointer to the appropriate array type</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"Printing a size [</a:t>
            </a:r>
            <a:r>
              <a:rPr lang="en-US" sz="800" b="0" dirty="0">
                <a:solidFill>
                  <a:srgbClr val="001080"/>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d</a:t>
            </a:r>
            <a:r>
              <a:rPr lang="en-US" sz="800" b="0" dirty="0" err="1">
                <a:solidFill>
                  <a:srgbClr val="0F4A85"/>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%d</a:t>
            </a:r>
            <a:r>
              <a:rPr lang="en-US" sz="800" b="0" dirty="0">
                <a:solidFill>
                  <a:srgbClr val="0F4A85"/>
                </a:solidFill>
                <a:effectLst/>
                <a:latin typeface="Consolas" panose="020B0609020204030204" pitchFamily="49" charset="0"/>
              </a:rPr>
              <a:t>] array</a:t>
            </a:r>
            <a:r>
              <a:rPr lang="en-US" sz="800" b="0" dirty="0">
                <a:solidFill>
                  <a:srgbClr val="EE0000"/>
                </a:solidFill>
                <a:effectLst/>
                <a:latin typeface="Consolas" panose="020B0609020204030204" pitchFamily="49" charset="0"/>
              </a:rPr>
              <a:t>\n</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rows</a:t>
            </a:r>
            <a:r>
              <a:rPr lang="en-US" sz="800" b="0" dirty="0" err="1">
                <a:solidFill>
                  <a:srgbClr val="292929"/>
                </a:solidFill>
                <a:effectLst/>
                <a:latin typeface="Consolas" panose="020B0609020204030204" pitchFamily="49" charset="0"/>
              </a:rPr>
              <a:t>,</a:t>
            </a:r>
            <a:r>
              <a:rPr lang="en-US" sz="800" b="0" dirty="0" err="1">
                <a:solidFill>
                  <a:srgbClr val="001080"/>
                </a:solidFill>
                <a:effectLst/>
                <a:latin typeface="Consolas" panose="020B0609020204030204" pitchFamily="49" charset="0"/>
              </a:rPr>
              <a:t>cols</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for</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&lt;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rows</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r</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for</a:t>
            </a:r>
            <a:r>
              <a:rPr lang="en-US" sz="800" b="0" dirty="0">
                <a:solidFill>
                  <a:srgbClr val="292929"/>
                </a:solidFill>
                <a:effectLst/>
                <a:latin typeface="Consolas" panose="020B0609020204030204" pitchFamily="49" charset="0"/>
              </a:rPr>
              <a:t> (</a:t>
            </a:r>
            <a:r>
              <a:rPr lang="en-US" sz="800" b="0" dirty="0">
                <a:solidFill>
                  <a:srgbClr val="0F4A85"/>
                </a:solidFill>
                <a:effectLst/>
                <a:latin typeface="Consolas" panose="020B0609020204030204" pitchFamily="49" charset="0"/>
              </a:rPr>
              <a:t>int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96D48"/>
                </a:solidFill>
                <a:effectLst/>
                <a:latin typeface="Consolas" panose="020B0609020204030204" pitchFamily="49" charset="0"/>
              </a:rPr>
              <a:t>0</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a:t>
            </a:r>
            <a:r>
              <a:rPr lang="en-US" sz="800" b="0" dirty="0">
                <a:solidFill>
                  <a:srgbClr val="292929"/>
                </a:solidFill>
                <a:effectLst/>
                <a:latin typeface="Consolas" panose="020B0609020204030204" pitchFamily="49" charset="0"/>
              </a:rPr>
              <a:t> </a:t>
            </a:r>
            <a:r>
              <a:rPr lang="en-US" sz="800" b="0" dirty="0">
                <a:solidFill>
                  <a:srgbClr val="000000"/>
                </a:solidFill>
                <a:effectLst/>
                <a:latin typeface="Consolas" panose="020B0609020204030204" pitchFamily="49" charset="0"/>
              </a:rPr>
              <a:t>&lt;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cols</a:t>
            </a:r>
            <a:r>
              <a:rPr lang="en-US" sz="800" b="0" dirty="0">
                <a:solidFill>
                  <a:srgbClr val="292929"/>
                </a:solidFill>
                <a:effectLst/>
                <a:latin typeface="Consolas" panose="020B0609020204030204" pitchFamily="49" charset="0"/>
              </a:rPr>
              <a:t>; </a:t>
            </a:r>
            <a:r>
              <a:rPr lang="en-US" sz="800" b="0" dirty="0" err="1">
                <a:solidFill>
                  <a:srgbClr val="001080"/>
                </a:solidFill>
                <a:effectLst/>
                <a:latin typeface="Consolas" panose="020B0609020204030204" pitchFamily="49" charset="0"/>
              </a:rPr>
              <a:t>c</a:t>
            </a:r>
            <a:r>
              <a:rPr lang="en-US" sz="800" b="0" dirty="0" err="1">
                <a:solidFill>
                  <a:srgbClr val="000000"/>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001080"/>
                </a:solidFill>
                <a:effectLst/>
                <a:latin typeface="Consolas" panose="020B0609020204030204" pitchFamily="49" charset="0"/>
              </a:rPr>
              <a:t>%4d</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array</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r</a:t>
            </a:r>
            <a:r>
              <a:rPr lang="en-US" sz="800" b="0" dirty="0">
                <a:solidFill>
                  <a:srgbClr val="292929"/>
                </a:solidFill>
                <a:effectLst/>
                <a:latin typeface="Consolas" panose="020B0609020204030204" pitchFamily="49" charset="0"/>
              </a:rPr>
              <a:t>][</a:t>
            </a:r>
            <a:r>
              <a:rPr lang="en-US" sz="800" b="0" dirty="0">
                <a:solidFill>
                  <a:srgbClr val="001080"/>
                </a:solidFill>
                <a:effectLst/>
                <a:latin typeface="Consolas" panose="020B0609020204030204" pitchFamily="49" charset="0"/>
              </a:rPr>
              <a:t>c</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a:solidFill>
                  <a:srgbClr val="B5200D"/>
                </a:solidFill>
                <a:effectLst/>
                <a:latin typeface="Consolas" panose="020B0609020204030204" pitchFamily="49" charset="0"/>
              </a:rPr>
              <a:t>if</a:t>
            </a:r>
            <a:r>
              <a:rPr lang="en-US" sz="800" b="0" dirty="0">
                <a:solidFill>
                  <a:srgbClr val="292929"/>
                </a:solidFill>
                <a:effectLst/>
                <a:latin typeface="Consolas" panose="020B0609020204030204" pitchFamily="49" charset="0"/>
              </a:rPr>
              <a:t> (</a:t>
            </a:r>
            <a:r>
              <a:rPr lang="en-US" sz="800" b="0" dirty="0">
                <a:solidFill>
                  <a:srgbClr val="001080"/>
                </a:solidFill>
                <a:effectLst/>
                <a:latin typeface="Consolas" panose="020B0609020204030204" pitchFamily="49" charset="0"/>
              </a:rPr>
              <a:t>c</a:t>
            </a:r>
            <a:r>
              <a:rPr lang="en-US" sz="800" b="0" dirty="0">
                <a:solidFill>
                  <a:srgbClr val="000000"/>
                </a:solidFill>
                <a:effectLst/>
                <a:latin typeface="Consolas" panose="020B0609020204030204" pitchFamily="49" charset="0"/>
              </a:rPr>
              <a:t>&lt;</a:t>
            </a:r>
            <a:r>
              <a:rPr lang="en-US" sz="800" b="0" dirty="0">
                <a:solidFill>
                  <a:srgbClr val="001080"/>
                </a:solidFill>
                <a:effectLst/>
                <a:latin typeface="Consolas" panose="020B0609020204030204" pitchFamily="49" charset="0"/>
              </a:rPr>
              <a:t>cols</a:t>
            </a:r>
            <a:r>
              <a:rPr lang="en-US" sz="800" b="0" dirty="0">
                <a:solidFill>
                  <a:srgbClr val="000000"/>
                </a:solidFill>
                <a:effectLst/>
                <a:latin typeface="Consolas" panose="020B0609020204030204" pitchFamily="49" charset="0"/>
              </a:rPr>
              <a:t>-</a:t>
            </a:r>
            <a:r>
              <a:rPr lang="en-US" sz="800" b="0" dirty="0">
                <a:solidFill>
                  <a:srgbClr val="096D48"/>
                </a:solidFill>
                <a:effectLst/>
                <a:latin typeface="Consolas" panose="020B0609020204030204" pitchFamily="49" charset="0"/>
              </a:rPr>
              <a:t>1</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p>
          <a:p>
            <a:pPr marL="228600" indent="-228600">
              <a:buFont typeface="+mj-lt"/>
              <a:buAutoNum type="arabicPeriod"/>
            </a:pP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        </a:t>
            </a:r>
            <a:r>
              <a:rPr lang="en-US" sz="800" b="0" dirty="0" err="1">
                <a:solidFill>
                  <a:srgbClr val="5E2CBC"/>
                </a:solidFill>
                <a:effectLst/>
                <a:latin typeface="Consolas" panose="020B0609020204030204" pitchFamily="49" charset="0"/>
              </a:rPr>
              <a:t>printf</a:t>
            </a:r>
            <a:r>
              <a:rPr lang="en-US" sz="800" b="0" dirty="0">
                <a:solidFill>
                  <a:srgbClr val="292929"/>
                </a:solidFill>
                <a:effectLst/>
                <a:latin typeface="Consolas" panose="020B0609020204030204" pitchFamily="49" charset="0"/>
              </a:rPr>
              <a:t>(</a:t>
            </a:r>
            <a:r>
              <a:rPr lang="en-US" sz="800" b="0" dirty="0">
                <a:solidFill>
                  <a:srgbClr val="0F4A85"/>
                </a:solidFill>
                <a:effectLst/>
                <a:latin typeface="Consolas" panose="020B0609020204030204" pitchFamily="49" charset="0"/>
              </a:rPr>
              <a:t>"</a:t>
            </a:r>
            <a:r>
              <a:rPr lang="en-US" sz="800" b="0" dirty="0">
                <a:solidFill>
                  <a:srgbClr val="EE0000"/>
                </a:solidFill>
                <a:effectLst/>
                <a:latin typeface="Consolas" panose="020B0609020204030204" pitchFamily="49" charset="0"/>
              </a:rPr>
              <a:t>\n</a:t>
            </a:r>
            <a:r>
              <a:rPr lang="en-US" sz="800" b="0" dirty="0">
                <a:solidFill>
                  <a:srgbClr val="0F4A85"/>
                </a:solidFill>
                <a:effectLst/>
                <a:latin typeface="Consolas" panose="020B0609020204030204" pitchFamily="49" charset="0"/>
              </a:rPr>
              <a:t>"</a:t>
            </a:r>
            <a:r>
              <a:rPr lang="en-US" sz="800" b="0" dirty="0">
                <a:solidFill>
                  <a:srgbClr val="292929"/>
                </a:solidFill>
                <a:effectLst/>
                <a:latin typeface="Consolas" panose="020B0609020204030204" pitchFamily="49" charset="0"/>
              </a:rPr>
              <a:t>);</a:t>
            </a:r>
            <a:r>
              <a:rPr lang="en-US" sz="800" b="0" dirty="0">
                <a:solidFill>
                  <a:srgbClr val="515151"/>
                </a:solidFill>
                <a:effectLst/>
                <a:latin typeface="Consolas" panose="020B0609020204030204" pitchFamily="49" charset="0"/>
              </a:rPr>
              <a:t> // Move to the next row</a:t>
            </a:r>
            <a:endParaRPr lang="en-US" sz="800" b="0" dirty="0">
              <a:solidFill>
                <a:srgbClr val="292929"/>
              </a:solidFill>
              <a:effectLst/>
              <a:latin typeface="Consolas" panose="020B0609020204030204" pitchFamily="49" charset="0"/>
            </a:endParaRPr>
          </a:p>
          <a:p>
            <a:pPr marL="228600" indent="-228600">
              <a:buFont typeface="+mj-lt"/>
              <a:buAutoNum type="arabicPeriod"/>
            </a:pPr>
            <a:r>
              <a:rPr lang="en-US" sz="800" b="0" dirty="0">
                <a:solidFill>
                  <a:srgbClr val="292929"/>
                </a:solidFill>
                <a:effectLst/>
                <a:latin typeface="Consolas" panose="020B0609020204030204" pitchFamily="49" charset="0"/>
              </a:rPr>
              <a:t>    }</a:t>
            </a:r>
          </a:p>
          <a:p>
            <a:pPr marL="228600" indent="-228600">
              <a:buFont typeface="+mj-lt"/>
              <a:buAutoNum type="arabicPeriod"/>
            </a:pPr>
            <a:r>
              <a:rPr lang="en-US" sz="800" b="0" dirty="0">
                <a:solidFill>
                  <a:srgbClr val="292929"/>
                </a:solidFill>
                <a:effectLst/>
                <a:latin typeface="Consolas" panose="020B0609020204030204" pitchFamily="49" charset="0"/>
              </a:rPr>
              <a:t>}</a:t>
            </a:r>
          </a:p>
        </p:txBody>
      </p:sp>
    </p:spTree>
    <p:extLst>
      <p:ext uri="{BB962C8B-B14F-4D97-AF65-F5344CB8AC3E}">
        <p14:creationId xmlns:p14="http://schemas.microsoft.com/office/powerpoint/2010/main" val="269356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58A5A3-39C3-2BD4-FC07-201084D14380}"/>
              </a:ext>
            </a:extLst>
          </p:cNvPr>
          <p:cNvSpPr>
            <a:spLocks noGrp="1"/>
          </p:cNvSpPr>
          <p:nvPr>
            <p:ph type="sldNum" sz="quarter" idx="4"/>
          </p:nvPr>
        </p:nvSpPr>
        <p:spPr/>
        <p:txBody>
          <a:bodyPr/>
          <a:lstStyle/>
          <a:p>
            <a:fld id="{D8D877B3-D348-4611-9BDB-C5374591D951}" type="slidenum">
              <a:rPr lang="en-US" smtClean="0"/>
              <a:pPr/>
              <a:t>42</a:t>
            </a:fld>
            <a:endParaRPr lang="en-US" dirty="0"/>
          </a:p>
        </p:txBody>
      </p:sp>
      <p:sp>
        <p:nvSpPr>
          <p:cNvPr id="3" name="Title 2">
            <a:extLst>
              <a:ext uri="{FF2B5EF4-FFF2-40B4-BE49-F238E27FC236}">
                <a16:creationId xmlns:a16="http://schemas.microsoft.com/office/drawing/2014/main" id="{48F8230D-09D9-74C9-6A5A-0B33C7A27846}"/>
              </a:ext>
            </a:extLst>
          </p:cNvPr>
          <p:cNvSpPr>
            <a:spLocks noGrp="1"/>
          </p:cNvSpPr>
          <p:nvPr>
            <p:ph type="title"/>
          </p:nvPr>
        </p:nvSpPr>
        <p:spPr>
          <a:xfrm>
            <a:off x="587374" y="370290"/>
            <a:ext cx="10250955" cy="1474385"/>
          </a:xfrm>
        </p:spPr>
        <p:txBody>
          <a:bodyPr/>
          <a:lstStyle/>
          <a:p>
            <a:r>
              <a:rPr lang="da-DK" dirty="0"/>
              <a:t>Hvordan bruger man mere end 2 filer og hvorfor?</a:t>
            </a:r>
            <a:endParaRPr lang="LID4096" dirty="0"/>
          </a:p>
        </p:txBody>
      </p:sp>
      <p:sp>
        <p:nvSpPr>
          <p:cNvPr id="4" name="Text Placeholder 3">
            <a:extLst>
              <a:ext uri="{FF2B5EF4-FFF2-40B4-BE49-F238E27FC236}">
                <a16:creationId xmlns:a16="http://schemas.microsoft.com/office/drawing/2014/main" id="{8D3D1F5D-0483-E3F9-E4C3-3DFCB464D036}"/>
              </a:ext>
            </a:extLst>
          </p:cNvPr>
          <p:cNvSpPr>
            <a:spLocks noGrp="1"/>
          </p:cNvSpPr>
          <p:nvPr>
            <p:ph type="body" sz="quarter" idx="12"/>
          </p:nvPr>
        </p:nvSpPr>
        <p:spPr>
          <a:xfrm>
            <a:off x="587375" y="1678674"/>
            <a:ext cx="10620094" cy="4728949"/>
          </a:xfrm>
        </p:spPr>
        <p:txBody>
          <a:bodyPr>
            <a:normAutofit fontScale="70000" lnSpcReduction="20000"/>
          </a:bodyPr>
          <a:lstStyle/>
          <a:p>
            <a:r>
              <a:rPr lang="da-DK" dirty="0">
                <a:latin typeface="Consolas" panose="020B0609020204030204" pitchFamily="49" charset="0"/>
              </a:rPr>
              <a:t>Jeres job bliver ikke at lave alle funktioner i hele verden. I den virkelige verden modtager i en masse kode fra jeres kollegaer, som I skal benytte når i laver ny funktionalitet. </a:t>
            </a:r>
          </a:p>
          <a:p>
            <a:endParaRPr lang="da-DK" dirty="0">
              <a:latin typeface="Consolas" panose="020B0609020204030204" pitchFamily="49" charset="0"/>
            </a:endParaRPr>
          </a:p>
          <a:p>
            <a:r>
              <a:rPr lang="da-DK" dirty="0">
                <a:latin typeface="Consolas" panose="020B0609020204030204" pitchFamily="49" charset="0"/>
              </a:rPr>
              <a:t>Lad os sige vi har 3 filer. File1.c og </a:t>
            </a:r>
            <a:r>
              <a:rPr lang="da-DK" dirty="0" err="1">
                <a:latin typeface="Consolas" panose="020B0609020204030204" pitchFamily="49" charset="0"/>
              </a:rPr>
              <a:t>printfunktions.c</a:t>
            </a:r>
            <a:r>
              <a:rPr lang="da-DK" dirty="0">
                <a:latin typeface="Consolas" panose="020B0609020204030204" pitchFamily="49" charset="0"/>
              </a:rPr>
              <a:t>, og en header fil til printfunktions</a:t>
            </a:r>
          </a:p>
          <a:p>
            <a:r>
              <a:rPr lang="da-DK" dirty="0">
                <a:latin typeface="Consolas" panose="020B0609020204030204" pitchFamily="49" charset="0"/>
              </a:rPr>
              <a:t>For at benytte dem sammen, skal en, og KUN en af filerne indeholde funktionen </a:t>
            </a:r>
            <a:r>
              <a:rPr lang="da-DK" dirty="0" err="1">
                <a:latin typeface="Consolas" panose="020B0609020204030204" pitchFamily="49" charset="0"/>
              </a:rPr>
              <a:t>main</a:t>
            </a:r>
            <a:r>
              <a:rPr lang="da-DK" dirty="0">
                <a:latin typeface="Consolas" panose="020B0609020204030204" pitchFamily="49" charset="0"/>
              </a:rPr>
              <a:t>().</a:t>
            </a:r>
          </a:p>
          <a:p>
            <a:pPr lvl="1"/>
            <a:r>
              <a:rPr lang="da-DK" dirty="0" err="1">
                <a:latin typeface="Consolas" panose="020B0609020204030204" pitchFamily="49" charset="0"/>
              </a:rPr>
              <a:t>gcc</a:t>
            </a:r>
            <a:r>
              <a:rPr lang="da-DK" dirty="0">
                <a:latin typeface="Consolas" panose="020B0609020204030204" pitchFamily="49" charset="0"/>
              </a:rPr>
              <a:t> File1.c </a:t>
            </a:r>
            <a:r>
              <a:rPr lang="da-DK" dirty="0" err="1">
                <a:latin typeface="Consolas" panose="020B0609020204030204" pitchFamily="49" charset="0"/>
              </a:rPr>
              <a:t>printfunktions.c</a:t>
            </a:r>
            <a:r>
              <a:rPr lang="da-DK" dirty="0">
                <a:latin typeface="Consolas" panose="020B0609020204030204" pitchFamily="49" charset="0"/>
              </a:rPr>
              <a:t> –o program</a:t>
            </a:r>
          </a:p>
          <a:p>
            <a:r>
              <a:rPr lang="da-DK" dirty="0" err="1">
                <a:latin typeface="Consolas" panose="020B0609020204030204" pitchFamily="49" charset="0"/>
              </a:rPr>
              <a:t>Printfunktions.c</a:t>
            </a:r>
            <a:r>
              <a:rPr lang="da-DK" dirty="0">
                <a:latin typeface="Consolas" panose="020B0609020204030204" pitchFamily="49" charset="0"/>
              </a:rPr>
              <a:t> indeholder forskellige </a:t>
            </a:r>
            <a:r>
              <a:rPr lang="da-DK" dirty="0" err="1">
                <a:latin typeface="Consolas" panose="020B0609020204030204" pitchFamily="49" charset="0"/>
              </a:rPr>
              <a:t>printing</a:t>
            </a:r>
            <a:r>
              <a:rPr lang="da-DK" dirty="0">
                <a:latin typeface="Consolas" panose="020B0609020204030204" pitchFamily="49" charset="0"/>
              </a:rPr>
              <a:t> funktioner, som er afhængige af hvad der skal printes.</a:t>
            </a:r>
          </a:p>
          <a:p>
            <a:pPr lvl="1"/>
            <a:r>
              <a:rPr lang="da-DK" dirty="0">
                <a:latin typeface="Consolas" panose="020B0609020204030204" pitchFamily="49" charset="0"/>
              </a:rPr>
              <a:t>Fx. En funktion til at printe en 1D array som </a:t>
            </a:r>
            <a:r>
              <a:rPr lang="da-DK" dirty="0" err="1">
                <a:latin typeface="Consolas" panose="020B0609020204030204" pitchFamily="49" charset="0"/>
              </a:rPr>
              <a:t>rows</a:t>
            </a:r>
            <a:endParaRPr lang="da-DK" dirty="0">
              <a:latin typeface="Consolas" panose="020B0609020204030204" pitchFamily="49" charset="0"/>
            </a:endParaRPr>
          </a:p>
          <a:p>
            <a:pPr lvl="1"/>
            <a:r>
              <a:rPr lang="da-DK" dirty="0">
                <a:latin typeface="Consolas" panose="020B0609020204030204" pitchFamily="49" charset="0"/>
              </a:rPr>
              <a:t>Fx. En funktion til at printe en 1D array som column</a:t>
            </a:r>
          </a:p>
          <a:p>
            <a:pPr lvl="1"/>
            <a:r>
              <a:rPr lang="da-DK" dirty="0">
                <a:latin typeface="Consolas" panose="020B0609020204030204" pitchFamily="49" charset="0"/>
              </a:rPr>
              <a:t>Fx. En funktion til at printe et 2D array</a:t>
            </a:r>
          </a:p>
          <a:p>
            <a:pPr lvl="1"/>
            <a:r>
              <a:rPr lang="da-DK" dirty="0">
                <a:latin typeface="Consolas" panose="020B0609020204030204" pitchFamily="49" charset="0"/>
              </a:rPr>
              <a:t>Osv. Osv.</a:t>
            </a:r>
          </a:p>
          <a:p>
            <a:r>
              <a:rPr lang="da-DK" b="1" i="1" dirty="0">
                <a:solidFill>
                  <a:srgbClr val="C00000"/>
                </a:solidFill>
                <a:latin typeface="Consolas" panose="020B0609020204030204" pitchFamily="49" charset="0"/>
              </a:rPr>
              <a:t>En tredje fil </a:t>
            </a:r>
            <a:r>
              <a:rPr lang="da-DK" b="1" i="1" dirty="0" err="1">
                <a:solidFill>
                  <a:srgbClr val="C00000"/>
                </a:solidFill>
                <a:latin typeface="Consolas" panose="020B0609020204030204" pitchFamily="49" charset="0"/>
              </a:rPr>
              <a:t>sortingalgorithms.c</a:t>
            </a:r>
            <a:r>
              <a:rPr lang="da-DK" b="1" i="1" dirty="0">
                <a:solidFill>
                  <a:srgbClr val="C00000"/>
                </a:solidFill>
                <a:latin typeface="Consolas" panose="020B0609020204030204" pitchFamily="49" charset="0"/>
              </a:rPr>
              <a:t> filer kunne indeholde </a:t>
            </a:r>
            <a:r>
              <a:rPr lang="da-DK" b="1" i="1" dirty="0" err="1">
                <a:solidFill>
                  <a:srgbClr val="C00000"/>
                </a:solidFill>
                <a:latin typeface="Consolas" panose="020B0609020204030204" pitchFamily="49" charset="0"/>
              </a:rPr>
              <a:t>algorithmer</a:t>
            </a:r>
            <a:r>
              <a:rPr lang="da-DK" b="1" i="1" dirty="0">
                <a:solidFill>
                  <a:srgbClr val="C00000"/>
                </a:solidFill>
                <a:latin typeface="Consolas" panose="020B0609020204030204" pitchFamily="49" charset="0"/>
              </a:rPr>
              <a:t> til at sorterer data i arrays</a:t>
            </a:r>
          </a:p>
          <a:p>
            <a:r>
              <a:rPr lang="da-DK" b="1" i="1" dirty="0">
                <a:solidFill>
                  <a:srgbClr val="C00000"/>
                </a:solidFill>
                <a:latin typeface="Consolas" panose="020B0609020204030204" pitchFamily="49" charset="0"/>
              </a:rPr>
              <a:t>En fjerde fil </a:t>
            </a:r>
            <a:r>
              <a:rPr lang="da-DK" b="1" i="1" dirty="0" err="1">
                <a:solidFill>
                  <a:srgbClr val="C00000"/>
                </a:solidFill>
                <a:latin typeface="Consolas" panose="020B0609020204030204" pitchFamily="49" charset="0"/>
              </a:rPr>
              <a:t>filteringalgorithms.c</a:t>
            </a:r>
            <a:r>
              <a:rPr lang="da-DK" b="1" i="1" dirty="0">
                <a:solidFill>
                  <a:srgbClr val="C00000"/>
                </a:solidFill>
                <a:latin typeface="Consolas" panose="020B0609020204030204" pitchFamily="49" charset="0"/>
              </a:rPr>
              <a:t> filer kunne indeholde </a:t>
            </a:r>
            <a:r>
              <a:rPr lang="da-DK" b="1" i="1" dirty="0" err="1">
                <a:solidFill>
                  <a:srgbClr val="C00000"/>
                </a:solidFill>
                <a:latin typeface="Consolas" panose="020B0609020204030204" pitchFamily="49" charset="0"/>
              </a:rPr>
              <a:t>algorithmer</a:t>
            </a:r>
            <a:r>
              <a:rPr lang="da-DK" b="1" i="1" dirty="0">
                <a:solidFill>
                  <a:srgbClr val="C00000"/>
                </a:solidFill>
                <a:latin typeface="Consolas" panose="020B0609020204030204" pitchFamily="49" charset="0"/>
              </a:rPr>
              <a:t> til at filtrerer data i arrays</a:t>
            </a:r>
          </a:p>
          <a:p>
            <a:r>
              <a:rPr lang="da-DK" b="1" i="1" dirty="0">
                <a:solidFill>
                  <a:srgbClr val="C00000"/>
                </a:solidFill>
                <a:latin typeface="Consolas" panose="020B0609020204030204" pitchFamily="49" charset="0"/>
              </a:rPr>
              <a:t>En Femte fil </a:t>
            </a:r>
            <a:r>
              <a:rPr lang="da-DK" b="1" i="1" dirty="0" err="1">
                <a:solidFill>
                  <a:srgbClr val="C00000"/>
                </a:solidFill>
                <a:latin typeface="Consolas" panose="020B0609020204030204" pitchFamily="49" charset="0"/>
              </a:rPr>
              <a:t>userinterface.c</a:t>
            </a:r>
            <a:r>
              <a:rPr lang="da-DK" b="1" i="1" dirty="0">
                <a:solidFill>
                  <a:srgbClr val="C00000"/>
                </a:solidFill>
                <a:latin typeface="Consolas" panose="020B0609020204030204" pitchFamily="49" charset="0"/>
              </a:rPr>
              <a:t> filer kunne indeholde funktioner til at håndterer et userinterface</a:t>
            </a:r>
          </a:p>
          <a:p>
            <a:endParaRPr lang="da-DK" b="1" i="1" dirty="0">
              <a:solidFill>
                <a:srgbClr val="C00000"/>
              </a:solidFill>
              <a:latin typeface="Consolas" panose="020B0609020204030204" pitchFamily="49" charset="0"/>
            </a:endParaRPr>
          </a:p>
          <a:p>
            <a:r>
              <a:rPr lang="da-DK" dirty="0">
                <a:latin typeface="Consolas" panose="020B0609020204030204" pitchFamily="49" charset="0"/>
              </a:rPr>
              <a:t>Det smarte ved at inddele funktioner i forskellige filer er:</a:t>
            </a:r>
          </a:p>
          <a:p>
            <a:pPr lvl="1"/>
            <a:r>
              <a:rPr lang="da-DK" dirty="0">
                <a:latin typeface="Consolas" panose="020B0609020204030204" pitchFamily="49" charset="0"/>
              </a:rPr>
              <a:t>Vi ved hvor vi skal lede hvis vi skrive noget i terminalen, så ved vi hvor vi skal finde den funktion. </a:t>
            </a:r>
          </a:p>
          <a:p>
            <a:pPr lvl="1"/>
            <a:r>
              <a:rPr lang="da-DK" dirty="0">
                <a:latin typeface="Consolas" panose="020B0609020204030204" pitchFamily="49" charset="0"/>
              </a:rPr>
              <a:t>Vi ender ikke med en fil med 10.000 linjer kode.</a:t>
            </a:r>
          </a:p>
          <a:p>
            <a:endParaRPr lang="LID4096" dirty="0">
              <a:latin typeface="Consolas" panose="020B0609020204030204" pitchFamily="49" charset="0"/>
            </a:endParaRPr>
          </a:p>
        </p:txBody>
      </p:sp>
    </p:spTree>
    <p:extLst>
      <p:ext uri="{BB962C8B-B14F-4D97-AF65-F5344CB8AC3E}">
        <p14:creationId xmlns:p14="http://schemas.microsoft.com/office/powerpoint/2010/main" val="3236677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A41D32E-A5AF-4F48-B6CF-A29DE7E0DF50}"/>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43</a:t>
            </a:fld>
            <a:endParaRPr lang="en-US" dirty="0">
              <a:latin typeface="Consolas" panose="020B0609020204030204" pitchFamily="49" charset="0"/>
            </a:endParaRPr>
          </a:p>
        </p:txBody>
      </p:sp>
      <p:sp>
        <p:nvSpPr>
          <p:cNvPr id="3" name="Titel 2">
            <a:extLst>
              <a:ext uri="{FF2B5EF4-FFF2-40B4-BE49-F238E27FC236}">
                <a16:creationId xmlns:a16="http://schemas.microsoft.com/office/drawing/2014/main" id="{5057D9DE-C38B-4D18-815C-6F652D17D41C}"/>
              </a:ext>
            </a:extLst>
          </p:cNvPr>
          <p:cNvSpPr>
            <a:spLocks noGrp="1"/>
          </p:cNvSpPr>
          <p:nvPr>
            <p:ph type="title"/>
          </p:nvPr>
        </p:nvSpPr>
        <p:spPr>
          <a:xfrm>
            <a:off x="587374" y="370290"/>
            <a:ext cx="10405449" cy="1474385"/>
          </a:xfrm>
        </p:spPr>
        <p:txBody>
          <a:bodyPr/>
          <a:lstStyle/>
          <a:p>
            <a:r>
              <a:rPr lang="en-US" dirty="0" err="1">
                <a:latin typeface="Consolas" panose="020B0609020204030204" pitchFamily="49" charset="0"/>
              </a:rPr>
              <a:t>Opgave</a:t>
            </a:r>
            <a:r>
              <a:rPr lang="en-US" dirty="0">
                <a:latin typeface="Consolas" panose="020B0609020204030204" pitchFamily="49" charset="0"/>
              </a:rPr>
              <a:t> </a:t>
            </a:r>
            <a:r>
              <a:rPr lang="da-DK" dirty="0">
                <a:latin typeface="Consolas" panose="020B0609020204030204" pitchFamily="49" charset="0"/>
              </a:rPr>
              <a:t>#include &lt;</a:t>
            </a:r>
            <a:r>
              <a:rPr lang="da-DK" dirty="0" err="1">
                <a:latin typeface="Consolas" panose="020B0609020204030204" pitchFamily="49" charset="0"/>
              </a:rPr>
              <a:t>time.h</a:t>
            </a:r>
            <a:r>
              <a:rPr lang="da-DK" dirty="0">
                <a:latin typeface="Consolas" panose="020B0609020204030204" pitchFamily="49" charset="0"/>
              </a:rPr>
              <a:t>&gt;</a:t>
            </a:r>
            <a:br>
              <a:rPr lang="da-DK" dirty="0">
                <a:latin typeface="Consolas" panose="020B0609020204030204" pitchFamily="49" charset="0"/>
              </a:rPr>
            </a:br>
            <a:endParaRPr lang="en-US" dirty="0">
              <a:latin typeface="Consolas" panose="020B0609020204030204" pitchFamily="49" charset="0"/>
            </a:endParaRPr>
          </a:p>
        </p:txBody>
      </p:sp>
      <p:sp>
        <p:nvSpPr>
          <p:cNvPr id="5" name="Pladsholder til tekst 3">
            <a:extLst>
              <a:ext uri="{FF2B5EF4-FFF2-40B4-BE49-F238E27FC236}">
                <a16:creationId xmlns:a16="http://schemas.microsoft.com/office/drawing/2014/main" id="{8298025D-B850-4D0E-9A64-A0C16F9B265B}"/>
              </a:ext>
            </a:extLst>
          </p:cNvPr>
          <p:cNvSpPr>
            <a:spLocks noGrp="1"/>
          </p:cNvSpPr>
          <p:nvPr>
            <p:ph type="body" sz="quarter" idx="12"/>
          </p:nvPr>
        </p:nvSpPr>
        <p:spPr>
          <a:xfrm>
            <a:off x="587375" y="1844675"/>
            <a:ext cx="11224324" cy="4136674"/>
          </a:xfrm>
        </p:spPr>
        <p:txBody>
          <a:bodyPr>
            <a:normAutofit/>
          </a:bodyPr>
          <a:lstStyle/>
          <a:p>
            <a:pPr marL="0" indent="0">
              <a:lnSpc>
                <a:spcPct val="100000"/>
              </a:lnSpc>
              <a:buNone/>
            </a:pPr>
            <a:r>
              <a:rPr lang="da-DK" sz="1400" dirty="0">
                <a:latin typeface="Consolas" panose="020B0609020204030204" pitchFamily="49" charset="0"/>
              </a:rPr>
              <a:t>Kør nedenstående kode-eksempel og svar på følgende spørgsmål:</a:t>
            </a:r>
          </a:p>
          <a:p>
            <a:pPr>
              <a:lnSpc>
                <a:spcPct val="100000"/>
              </a:lnSpc>
              <a:buFont typeface="Arial" panose="020B0604020202020204" pitchFamily="34" charset="0"/>
              <a:buChar char="•"/>
            </a:pPr>
            <a:r>
              <a:rPr lang="da-DK" sz="1400" dirty="0">
                <a:latin typeface="Consolas" panose="020B0609020204030204" pitchFamily="49" charset="0"/>
              </a:rPr>
              <a:t>Hvad laver funktionen </a:t>
            </a:r>
            <a:r>
              <a:rPr lang="da-DK" sz="1400" dirty="0" err="1">
                <a:latin typeface="Consolas" panose="020B0609020204030204" pitchFamily="49" charset="0"/>
              </a:rPr>
              <a:t>asctime</a:t>
            </a:r>
            <a:r>
              <a:rPr lang="da-DK" sz="1400" dirty="0">
                <a:latin typeface="Consolas" panose="020B0609020204030204" pitchFamily="49" charset="0"/>
              </a:rPr>
              <a:t>?</a:t>
            </a:r>
          </a:p>
          <a:p>
            <a:pPr>
              <a:lnSpc>
                <a:spcPct val="100000"/>
              </a:lnSpc>
              <a:buFont typeface="Arial" panose="020B0604020202020204" pitchFamily="34" charset="0"/>
              <a:buChar char="•"/>
            </a:pPr>
            <a:r>
              <a:rPr lang="da-DK" sz="1400" dirty="0">
                <a:latin typeface="Consolas" panose="020B0609020204030204" pitchFamily="49" charset="0"/>
              </a:rPr>
              <a:t>Hvad er værdien af </a:t>
            </a:r>
            <a:r>
              <a:rPr lang="da-DK" sz="1400" dirty="0" err="1">
                <a:latin typeface="Consolas" panose="020B0609020204030204" pitchFamily="49" charset="0"/>
              </a:rPr>
              <a:t>tm_isdst</a:t>
            </a:r>
            <a:r>
              <a:rPr lang="da-DK" sz="1400" dirty="0">
                <a:latin typeface="Consolas" panose="020B0609020204030204" pitchFamily="49" charset="0"/>
              </a:rPr>
              <a:t> (og hvad fortæller den)?</a:t>
            </a:r>
          </a:p>
          <a:p>
            <a:pPr>
              <a:lnSpc>
                <a:spcPct val="100000"/>
              </a:lnSpc>
              <a:buFont typeface="Arial" panose="020B0604020202020204" pitchFamily="34" charset="0"/>
              <a:buChar char="•"/>
            </a:pPr>
            <a:r>
              <a:rPr lang="da-DK" sz="1400" dirty="0">
                <a:latin typeface="Consolas" panose="020B0609020204030204" pitchFamily="49" charset="0"/>
              </a:rPr>
              <a:t>Hvor meget plads fylder denne </a:t>
            </a:r>
            <a:r>
              <a:rPr lang="da-DK" sz="1400" dirty="0" err="1">
                <a:latin typeface="Consolas" panose="020B0609020204030204" pitchFamily="49" charset="0"/>
              </a:rPr>
              <a:t>struct</a:t>
            </a:r>
            <a:r>
              <a:rPr lang="da-DK" sz="1400" dirty="0">
                <a:latin typeface="Consolas" panose="020B0609020204030204" pitchFamily="49" charset="0"/>
              </a:rPr>
              <a:t> (hvad bestemmer det og hvorfor lige dette tal)?</a:t>
            </a:r>
          </a:p>
          <a:p>
            <a:pPr>
              <a:lnSpc>
                <a:spcPct val="100000"/>
              </a:lnSpc>
              <a:buFont typeface="Arial" panose="020B0604020202020204" pitchFamily="34" charset="0"/>
              <a:buChar char="•"/>
            </a:pPr>
            <a:r>
              <a:rPr lang="da-DK" sz="1400" dirty="0">
                <a:latin typeface="Consolas" panose="020B0609020204030204" pitchFamily="49" charset="0"/>
              </a:rPr>
              <a:t>Hvornår startede tidstælleren time?</a:t>
            </a:r>
          </a:p>
          <a:p>
            <a:pPr lvl="1">
              <a:lnSpc>
                <a:spcPct val="100000"/>
              </a:lnSpc>
              <a:buFont typeface="Arial" panose="020B0604020202020204" pitchFamily="34" charset="0"/>
              <a:buChar char="•"/>
            </a:pPr>
            <a:r>
              <a:rPr lang="da-DK" sz="1200" dirty="0">
                <a:latin typeface="Consolas" panose="020B0609020204030204" pitchFamily="49" charset="0"/>
              </a:rPr>
              <a:t>Hint: https://cplusplus.com/reference/ctime/</a:t>
            </a:r>
            <a:endParaRPr lang="da-DK" sz="1400" dirty="0">
              <a:latin typeface="Consolas" panose="020B0609020204030204" pitchFamily="49" charset="0"/>
            </a:endParaRPr>
          </a:p>
          <a:p>
            <a:pPr marL="0" indent="0">
              <a:buNone/>
            </a:pPr>
            <a:r>
              <a:rPr lang="da-DK" sz="1400" dirty="0">
                <a:latin typeface="Consolas" panose="020B0609020204030204" pitchFamily="49" charset="0"/>
                <a:hlinkClick r:id="rId2">
                  <a:extLst>
                    <a:ext uri="{A12FA001-AC4F-418D-AE19-62706E023703}">
                      <ahyp:hlinkClr xmlns:ahyp="http://schemas.microsoft.com/office/drawing/2018/hyperlinkcolor" val="tx"/>
                    </a:ext>
                  </a:extLst>
                </a:hlinkClick>
              </a:rPr>
              <a:t>http://tpcg.io/nE2yUHUP</a:t>
            </a:r>
            <a:endParaRPr lang="da-DK" sz="1400" dirty="0">
              <a:latin typeface="Consolas" panose="020B0609020204030204" pitchFamily="49" charset="0"/>
            </a:endParaRPr>
          </a:p>
          <a:p>
            <a:pPr marL="0" indent="0">
              <a:buNone/>
            </a:pPr>
            <a:r>
              <a:rPr lang="da-DK" sz="1400" dirty="0">
                <a:latin typeface="Consolas" panose="020B0609020204030204" pitchFamily="49" charset="0"/>
              </a:rPr>
              <a:t>File: </a:t>
            </a:r>
            <a:r>
              <a:rPr lang="da-DK" sz="1400" dirty="0" err="1">
                <a:latin typeface="Consolas" panose="020B0609020204030204" pitchFamily="49" charset="0"/>
              </a:rPr>
              <a:t>example_timemodule.c</a:t>
            </a:r>
            <a:endParaRPr lang="da-DK" sz="1400" dirty="0">
              <a:latin typeface="Consolas" panose="020B0609020204030204" pitchFamily="49" charset="0"/>
            </a:endParaRPr>
          </a:p>
        </p:txBody>
      </p:sp>
    </p:spTree>
    <p:extLst>
      <p:ext uri="{BB962C8B-B14F-4D97-AF65-F5344CB8AC3E}">
        <p14:creationId xmlns:p14="http://schemas.microsoft.com/office/powerpoint/2010/main" val="2059687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0EF036-ECA7-6FDA-576B-FB10ADA9BE69}"/>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44</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8628AA0F-3308-1D89-3FEE-62DA194CAB7C}"/>
              </a:ext>
            </a:extLst>
          </p:cNvPr>
          <p:cNvSpPr>
            <a:spLocks noGrp="1"/>
          </p:cNvSpPr>
          <p:nvPr>
            <p:ph type="title"/>
          </p:nvPr>
        </p:nvSpPr>
        <p:spPr>
          <a:xfrm>
            <a:off x="587374" y="370290"/>
            <a:ext cx="10691347" cy="1474385"/>
          </a:xfrm>
        </p:spPr>
        <p:txBody>
          <a:bodyPr/>
          <a:lstStyle/>
          <a:p>
            <a:r>
              <a:rPr lang="da-DK" dirty="0" err="1">
                <a:latin typeface="Consolas" panose="020B0609020204030204" pitchFamily="49" charset="0"/>
              </a:rPr>
              <a:t>Question</a:t>
            </a:r>
            <a:br>
              <a:rPr lang="da-DK" dirty="0">
                <a:latin typeface="Consolas" panose="020B0609020204030204" pitchFamily="49" charset="0"/>
              </a:rPr>
            </a:br>
            <a:r>
              <a:rPr lang="da-DK" dirty="0" err="1">
                <a:latin typeface="Consolas" panose="020B0609020204030204" pitchFamily="49" charset="0"/>
              </a:rPr>
              <a:t>When</a:t>
            </a:r>
            <a:r>
              <a:rPr lang="da-DK" dirty="0">
                <a:latin typeface="Consolas" panose="020B0609020204030204" pitchFamily="49" charset="0"/>
              </a:rPr>
              <a:t> </a:t>
            </a:r>
            <a:r>
              <a:rPr lang="da-DK" dirty="0" err="1">
                <a:latin typeface="Consolas" panose="020B0609020204030204" pitchFamily="49" charset="0"/>
              </a:rPr>
              <a:t>was</a:t>
            </a:r>
            <a:r>
              <a:rPr lang="da-DK" dirty="0">
                <a:latin typeface="Consolas" panose="020B0609020204030204" pitchFamily="49" charset="0"/>
              </a:rPr>
              <a:t> Tommy </a:t>
            </a:r>
            <a:r>
              <a:rPr lang="da-DK" dirty="0" err="1">
                <a:latin typeface="Consolas" panose="020B0609020204030204" pitchFamily="49" charset="0"/>
              </a:rPr>
              <a:t>born</a:t>
            </a:r>
            <a:endParaRPr lang="LID4096" dirty="0">
              <a:latin typeface="Consolas" panose="020B0609020204030204" pitchFamily="49" charset="0"/>
            </a:endParaRPr>
          </a:p>
        </p:txBody>
      </p:sp>
      <p:sp>
        <p:nvSpPr>
          <p:cNvPr id="4" name="Text Placeholder 3">
            <a:extLst>
              <a:ext uri="{FF2B5EF4-FFF2-40B4-BE49-F238E27FC236}">
                <a16:creationId xmlns:a16="http://schemas.microsoft.com/office/drawing/2014/main" id="{F6729CDB-7796-54AC-C8D2-0200E1B24AEC}"/>
              </a:ext>
            </a:extLst>
          </p:cNvPr>
          <p:cNvSpPr>
            <a:spLocks noGrp="1"/>
          </p:cNvSpPr>
          <p:nvPr>
            <p:ph type="body" sz="quarter" idx="12"/>
          </p:nvPr>
        </p:nvSpPr>
        <p:spPr>
          <a:xfrm>
            <a:off x="658627" y="1905021"/>
            <a:ext cx="5262901" cy="3704284"/>
          </a:xfrm>
        </p:spPr>
        <p:txBody>
          <a:bodyPr>
            <a:normAutofit/>
          </a:bodyPr>
          <a:lstStyle/>
          <a:p>
            <a:pPr lvl="1"/>
            <a:r>
              <a:rPr lang="da-DK" dirty="0">
                <a:latin typeface="Consolas" panose="020B0609020204030204" pitchFamily="49" charset="0"/>
              </a:rPr>
              <a:t>File: opg_basic_patient_journal_1.c</a:t>
            </a:r>
          </a:p>
          <a:p>
            <a:r>
              <a:rPr lang="da-DK" dirty="0">
                <a:latin typeface="Consolas" panose="020B0609020204030204" pitchFamily="49" charset="0"/>
              </a:rPr>
              <a:t>Hvornår blev Tommy født?</a:t>
            </a:r>
          </a:p>
          <a:p>
            <a:r>
              <a:rPr lang="da-DK" dirty="0">
                <a:latin typeface="Consolas" panose="020B0609020204030204" pitchFamily="49" charset="0"/>
              </a:rPr>
              <a:t>Men Tommy har studerende for 3 år siden?</a:t>
            </a:r>
          </a:p>
          <a:p>
            <a:r>
              <a:rPr lang="da-DK" dirty="0">
                <a:latin typeface="Consolas" panose="020B0609020204030204" pitchFamily="49" charset="0"/>
              </a:rPr>
              <a:t>Solution? Time </a:t>
            </a:r>
            <a:r>
              <a:rPr lang="da-DK" dirty="0" err="1">
                <a:latin typeface="Consolas" panose="020B0609020204030204" pitchFamily="49" charset="0"/>
              </a:rPr>
              <a:t>object</a:t>
            </a:r>
            <a:r>
              <a:rPr lang="da-DK" dirty="0">
                <a:latin typeface="Consolas" panose="020B0609020204030204" pitchFamily="49" charset="0"/>
              </a:rPr>
              <a:t>.</a:t>
            </a:r>
          </a:p>
          <a:p>
            <a:endParaRPr lang="da-DK" dirty="0">
              <a:latin typeface="Consolas" panose="020B0609020204030204" pitchFamily="49" charset="0"/>
            </a:endParaRPr>
          </a:p>
          <a:p>
            <a:pPr lvl="1"/>
            <a:endParaRPr lang="LID4096" dirty="0">
              <a:latin typeface="Consolas" panose="020B0609020204030204" pitchFamily="49" charset="0"/>
            </a:endParaRPr>
          </a:p>
        </p:txBody>
      </p:sp>
      <p:sp>
        <p:nvSpPr>
          <p:cNvPr id="6" name="TextBox 5">
            <a:extLst>
              <a:ext uri="{FF2B5EF4-FFF2-40B4-BE49-F238E27FC236}">
                <a16:creationId xmlns:a16="http://schemas.microsoft.com/office/drawing/2014/main" id="{B3AAF1DE-4B91-4177-6E15-14D5021FFC3C}"/>
              </a:ext>
            </a:extLst>
          </p:cNvPr>
          <p:cNvSpPr txBox="1"/>
          <p:nvPr/>
        </p:nvSpPr>
        <p:spPr>
          <a:xfrm>
            <a:off x="6678926" y="1257560"/>
            <a:ext cx="5513074" cy="5016758"/>
          </a:xfrm>
          <a:prstGeom prst="rect">
            <a:avLst/>
          </a:prstGeom>
          <a:noFill/>
        </p:spPr>
        <p:txBody>
          <a:bodyPr wrap="square">
            <a:spAutoFit/>
          </a:bodyPr>
          <a:lstStyle/>
          <a:p>
            <a:pPr marL="228600" indent="-228600">
              <a:buFont typeface="+mj-lt"/>
              <a:buAutoNum type="arabicPeriod"/>
            </a:pPr>
            <a:r>
              <a:rPr lang="en-US" sz="1000" b="0" dirty="0">
                <a:solidFill>
                  <a:srgbClr val="B5200D"/>
                </a:solidFill>
                <a:effectLst/>
                <a:latin typeface="Consolas" panose="020B0609020204030204" pitchFamily="49" charset="0"/>
              </a:rPr>
              <a:t>#include</a:t>
            </a:r>
            <a:r>
              <a:rPr lang="en-US" sz="1000" b="0" dirty="0">
                <a:solidFill>
                  <a:srgbClr val="0F4A85"/>
                </a:solidFill>
                <a:effectLst/>
                <a:latin typeface="Consolas" panose="020B0609020204030204" pitchFamily="49" charset="0"/>
              </a:rPr>
              <a:t> &lt;</a:t>
            </a:r>
            <a:r>
              <a:rPr lang="en-US" sz="1000" b="0" dirty="0" err="1">
                <a:solidFill>
                  <a:srgbClr val="0F4A85"/>
                </a:solidFill>
                <a:effectLst/>
                <a:latin typeface="Consolas" panose="020B0609020204030204" pitchFamily="49" charset="0"/>
              </a:rPr>
              <a:t>stdio.h</a:t>
            </a:r>
            <a:r>
              <a:rPr lang="en-US" sz="1000" b="0" dirty="0">
                <a:solidFill>
                  <a:srgbClr val="0F4A85"/>
                </a:solidFill>
                <a:effectLst/>
                <a:latin typeface="Consolas" panose="020B0609020204030204" pitchFamily="49" charset="0"/>
              </a:rPr>
              <a:t>&gt;</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B5200D"/>
                </a:solidFill>
                <a:effectLst/>
                <a:latin typeface="Consolas" panose="020B0609020204030204" pitchFamily="49" charset="0"/>
              </a:rPr>
              <a:t>#define</a:t>
            </a:r>
            <a:r>
              <a:rPr lang="en-US" sz="1000" b="0" dirty="0">
                <a:solidFill>
                  <a:srgbClr val="0F4A85"/>
                </a:solidFill>
                <a:effectLst/>
                <a:latin typeface="Consolas" panose="020B0609020204030204" pitchFamily="49" charset="0"/>
              </a:rPr>
              <a:t> MALE </a:t>
            </a:r>
            <a:r>
              <a:rPr lang="en-US" sz="1000" b="0" dirty="0">
                <a:solidFill>
                  <a:srgbClr val="096D48"/>
                </a:solidFill>
                <a:effectLst/>
                <a:latin typeface="Consolas" panose="020B0609020204030204" pitchFamily="49" charset="0"/>
              </a:rPr>
              <a:t>1</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B5200D"/>
                </a:solidFill>
                <a:effectLst/>
                <a:latin typeface="Consolas" panose="020B0609020204030204" pitchFamily="49" charset="0"/>
              </a:rPr>
              <a:t>#define</a:t>
            </a:r>
            <a:r>
              <a:rPr lang="en-US" sz="1000" b="0" dirty="0">
                <a:solidFill>
                  <a:srgbClr val="0F4A85"/>
                </a:solidFill>
                <a:effectLst/>
                <a:latin typeface="Consolas" panose="020B0609020204030204" pitchFamily="49" charset="0"/>
              </a:rPr>
              <a:t> FEMALE </a:t>
            </a:r>
            <a:r>
              <a:rPr lang="en-US" sz="1000" b="0" dirty="0">
                <a:solidFill>
                  <a:srgbClr val="096D48"/>
                </a:solidFill>
                <a:effectLst/>
                <a:latin typeface="Consolas" panose="020B0609020204030204" pitchFamily="49" charset="0"/>
              </a:rPr>
              <a:t>0</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0F4A85"/>
                </a:solidFill>
                <a:effectLst/>
                <a:latin typeface="Consolas" panose="020B0609020204030204" pitchFamily="49" charset="0"/>
              </a:rPr>
              <a:t>struct</a:t>
            </a:r>
            <a:r>
              <a:rPr lang="en-US" sz="1000" b="0" dirty="0">
                <a:solidFill>
                  <a:srgbClr val="292929"/>
                </a:solidFill>
                <a:effectLst/>
                <a:latin typeface="Consolas" panose="020B0609020204030204" pitchFamily="49" charset="0"/>
              </a:rPr>
              <a:t> </a:t>
            </a:r>
            <a:r>
              <a:rPr lang="en-US" sz="1000" b="0" dirty="0">
                <a:solidFill>
                  <a:srgbClr val="185E73"/>
                </a:solidFill>
                <a:effectLst/>
                <a:latin typeface="Consolas" panose="020B0609020204030204" pitchFamily="49" charset="0"/>
              </a:rPr>
              <a:t>Person</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515151"/>
                </a:solidFill>
                <a:effectLst/>
                <a:latin typeface="Consolas" panose="020B0609020204030204" pitchFamily="49" charset="0"/>
              </a:rPr>
              <a:t>    /* Data structure */</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char</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firstname</a:t>
            </a:r>
            <a:r>
              <a:rPr lang="en-US" sz="1000" b="0" dirty="0">
                <a:solidFill>
                  <a:srgbClr val="292929"/>
                </a:solidFill>
                <a:effectLst/>
                <a:latin typeface="Consolas" panose="020B0609020204030204" pitchFamily="49" charset="0"/>
              </a:rPr>
              <a:t>[</a:t>
            </a:r>
            <a:r>
              <a:rPr lang="en-US" sz="1000" b="0" dirty="0">
                <a:solidFill>
                  <a:srgbClr val="096D48"/>
                </a:solidFill>
                <a:effectLst/>
                <a:latin typeface="Consolas" panose="020B0609020204030204" pitchFamily="49" charset="0"/>
              </a:rPr>
              <a:t>100</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char</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surname</a:t>
            </a:r>
            <a:r>
              <a:rPr lang="en-US" sz="1000" b="0" dirty="0">
                <a:solidFill>
                  <a:srgbClr val="292929"/>
                </a:solidFill>
                <a:effectLst/>
                <a:latin typeface="Consolas" panose="020B0609020204030204" pitchFamily="49" charset="0"/>
              </a:rPr>
              <a:t>[</a:t>
            </a:r>
            <a:r>
              <a:rPr lang="en-US" sz="1000" b="0" dirty="0">
                <a:solidFill>
                  <a:srgbClr val="096D48"/>
                </a:solidFill>
                <a:effectLst/>
                <a:latin typeface="Consolas" panose="020B0609020204030204" pitchFamily="49" charset="0"/>
              </a:rPr>
              <a:t>100</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unsigned</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int</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age</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int</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gender</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0F4A85"/>
                </a:solidFill>
                <a:effectLst/>
                <a:latin typeface="Consolas" panose="020B0609020204030204" pitchFamily="49" charset="0"/>
              </a:rPr>
              <a:t>void</a:t>
            </a: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printPatientInfo</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struct</a:t>
            </a:r>
            <a:r>
              <a:rPr lang="en-US" sz="1000" b="0" dirty="0">
                <a:solidFill>
                  <a:srgbClr val="292929"/>
                </a:solidFill>
                <a:effectLst/>
                <a:latin typeface="Consolas" panose="020B0609020204030204" pitchFamily="49" charset="0"/>
              </a:rPr>
              <a:t> </a:t>
            </a:r>
            <a:r>
              <a:rPr lang="en-US" sz="1000" b="0" dirty="0">
                <a:solidFill>
                  <a:srgbClr val="185E73"/>
                </a:solidFill>
                <a:effectLst/>
                <a:latin typeface="Consolas" panose="020B0609020204030204" pitchFamily="49" charset="0"/>
              </a:rPr>
              <a:t>Person</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person</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0F4A85"/>
                </a:solidFill>
                <a:effectLst/>
                <a:latin typeface="Consolas" panose="020B0609020204030204" pitchFamily="49" charset="0"/>
              </a:rPr>
              <a:t>int</a:t>
            </a:r>
            <a:r>
              <a:rPr lang="en-US" sz="1000" b="0" dirty="0">
                <a:solidFill>
                  <a:srgbClr val="292929"/>
                </a:solidFill>
                <a:effectLst/>
                <a:latin typeface="Consolas" panose="020B0609020204030204" pitchFamily="49" charset="0"/>
              </a:rPr>
              <a:t> </a:t>
            </a:r>
            <a:r>
              <a:rPr lang="en-US" sz="1000" b="0" dirty="0">
                <a:solidFill>
                  <a:srgbClr val="5E2CBC"/>
                </a:solidFill>
                <a:effectLst/>
                <a:latin typeface="Consolas" panose="020B0609020204030204" pitchFamily="49" charset="0"/>
              </a:rPr>
              <a:t>main</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struct</a:t>
            </a:r>
            <a:r>
              <a:rPr lang="en-US" sz="1000" b="0" dirty="0">
                <a:solidFill>
                  <a:srgbClr val="292929"/>
                </a:solidFill>
                <a:effectLst/>
                <a:latin typeface="Consolas" panose="020B0609020204030204" pitchFamily="49" charset="0"/>
              </a:rPr>
              <a:t> </a:t>
            </a:r>
            <a:r>
              <a:rPr lang="en-US" sz="1000" b="0" dirty="0">
                <a:solidFill>
                  <a:srgbClr val="185E73"/>
                </a:solidFill>
                <a:effectLst/>
                <a:latin typeface="Consolas" panose="020B0609020204030204" pitchFamily="49" charset="0"/>
              </a:rPr>
              <a:t>Person</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patient1</a:t>
            </a:r>
            <a:r>
              <a:rPr lang="en-US" sz="1000" b="0" dirty="0">
                <a:solidFill>
                  <a:srgbClr val="292929"/>
                </a:solidFill>
                <a:effectLst/>
                <a:latin typeface="Consolas" panose="020B0609020204030204" pitchFamily="49" charset="0"/>
              </a:rPr>
              <a:t> </a:t>
            </a:r>
            <a:r>
              <a:rPr lang="en-US" sz="1000" b="0" dirty="0">
                <a:solidFill>
                  <a:srgbClr val="000000"/>
                </a:solidFill>
                <a:effectLst/>
                <a:latin typeface="Consolas" panose="020B0609020204030204" pitchFamily="49" charset="0"/>
              </a:rPr>
              <a:t>=</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"Tommy"</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"Larsen"</a:t>
            </a:r>
            <a:r>
              <a:rPr lang="en-US" sz="1000" b="0" dirty="0">
                <a:solidFill>
                  <a:srgbClr val="292929"/>
                </a:solidFill>
                <a:effectLst/>
                <a:latin typeface="Consolas" panose="020B0609020204030204" pitchFamily="49" charset="0"/>
              </a:rPr>
              <a:t>, </a:t>
            </a:r>
            <a:r>
              <a:rPr lang="en-US" sz="1000" b="0" dirty="0">
                <a:solidFill>
                  <a:srgbClr val="096D48"/>
                </a:solidFill>
                <a:effectLst/>
                <a:latin typeface="Consolas" panose="020B0609020204030204" pitchFamily="49" charset="0"/>
              </a:rPr>
              <a:t>21</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MALE</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515151"/>
                </a:solidFill>
                <a:effectLst/>
                <a:latin typeface="Consolas" panose="020B0609020204030204" pitchFamily="49" charset="0"/>
              </a:rPr>
              <a:t>    /* Prints the results. */</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printPatientInfo</a:t>
            </a:r>
            <a:r>
              <a:rPr lang="en-US" sz="1000" b="0" dirty="0">
                <a:solidFill>
                  <a:srgbClr val="292929"/>
                </a:solidFill>
                <a:effectLst/>
                <a:latin typeface="Consolas" panose="020B0609020204030204" pitchFamily="49" charset="0"/>
              </a:rPr>
              <a:t>(</a:t>
            </a:r>
            <a:r>
              <a:rPr lang="en-US" sz="1000" b="0" dirty="0">
                <a:solidFill>
                  <a:srgbClr val="001080"/>
                </a:solidFill>
                <a:effectLst/>
                <a:latin typeface="Consolas" panose="020B0609020204030204" pitchFamily="49" charset="0"/>
              </a:rPr>
              <a:t>patient1</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B5200D"/>
                </a:solidFill>
                <a:effectLst/>
                <a:latin typeface="Consolas" panose="020B0609020204030204" pitchFamily="49" charset="0"/>
              </a:rPr>
              <a:t>return</a:t>
            </a:r>
            <a:r>
              <a:rPr lang="en-US" sz="1000" b="0" dirty="0">
                <a:solidFill>
                  <a:srgbClr val="292929"/>
                </a:solidFill>
                <a:effectLst/>
                <a:latin typeface="Consolas" panose="020B0609020204030204" pitchFamily="49" charset="0"/>
              </a:rPr>
              <a:t> </a:t>
            </a:r>
            <a:r>
              <a:rPr lang="en-US" sz="1000" b="0" dirty="0">
                <a:solidFill>
                  <a:srgbClr val="096D48"/>
                </a:solidFill>
                <a:effectLst/>
                <a:latin typeface="Consolas" panose="020B0609020204030204" pitchFamily="49" charset="0"/>
              </a:rPr>
              <a:t>0</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0F4A85"/>
                </a:solidFill>
                <a:effectLst/>
                <a:latin typeface="Consolas" panose="020B0609020204030204" pitchFamily="49" charset="0"/>
              </a:rPr>
              <a:t>void</a:t>
            </a: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printPatientInfo</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struct</a:t>
            </a:r>
            <a:r>
              <a:rPr lang="en-US" sz="1000" b="0" dirty="0">
                <a:solidFill>
                  <a:srgbClr val="292929"/>
                </a:solidFill>
                <a:effectLst/>
                <a:latin typeface="Consolas" panose="020B0609020204030204" pitchFamily="49" charset="0"/>
              </a:rPr>
              <a:t> </a:t>
            </a:r>
            <a:r>
              <a:rPr lang="en-US" sz="1000" b="0" dirty="0">
                <a:solidFill>
                  <a:srgbClr val="185E73"/>
                </a:solidFill>
                <a:effectLst/>
                <a:latin typeface="Consolas" panose="020B0609020204030204" pitchFamily="49" charset="0"/>
              </a:rPr>
              <a:t>Person</a:t>
            </a:r>
            <a:r>
              <a:rPr lang="en-US" sz="1000" b="0" dirty="0">
                <a:solidFill>
                  <a:srgbClr val="292929"/>
                </a:solidFill>
                <a:effectLst/>
                <a:latin typeface="Consolas" panose="020B0609020204030204" pitchFamily="49" charset="0"/>
              </a:rPr>
              <a:t> </a:t>
            </a:r>
            <a:r>
              <a:rPr lang="en-US" sz="1000" b="0" dirty="0">
                <a:solidFill>
                  <a:srgbClr val="001080"/>
                </a:solidFill>
                <a:effectLst/>
                <a:latin typeface="Consolas" panose="020B0609020204030204" pitchFamily="49" charset="0"/>
              </a:rPr>
              <a:t>patient</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515151"/>
                </a:solidFill>
                <a:effectLst/>
                <a:latin typeface="Consolas" panose="020B0609020204030204" pitchFamily="49" charset="0"/>
              </a:rPr>
              <a:t>    /* Printing function for Distance struct */</a:t>
            </a:r>
            <a:endParaRPr lang="en-US" sz="1000" b="0" dirty="0">
              <a:solidFill>
                <a:srgbClr val="292929"/>
              </a:solidFill>
              <a:effectLst/>
              <a:latin typeface="Consolas" panose="020B0609020204030204" pitchFamily="49" charset="0"/>
            </a:endParaRP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printf</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"Name: </a:t>
            </a:r>
            <a:r>
              <a:rPr lang="en-US" sz="1000" b="0" dirty="0">
                <a:solidFill>
                  <a:srgbClr val="001080"/>
                </a:solidFill>
                <a:effectLst/>
                <a:latin typeface="Consolas" panose="020B0609020204030204" pitchFamily="49" charset="0"/>
              </a:rPr>
              <a:t>%s</a:t>
            </a:r>
            <a:r>
              <a:rPr lang="en-US" sz="1000" b="0" dirty="0">
                <a:solidFill>
                  <a:srgbClr val="0F4A85"/>
                </a:solidFill>
                <a:effectLst/>
                <a:latin typeface="Consolas" panose="020B0609020204030204" pitchFamily="49" charset="0"/>
              </a:rPr>
              <a:t> </a:t>
            </a:r>
            <a:r>
              <a:rPr lang="en-US" sz="1000" b="0" dirty="0">
                <a:solidFill>
                  <a:srgbClr val="001080"/>
                </a:solidFill>
                <a:effectLst/>
                <a:latin typeface="Consolas" panose="020B0609020204030204" pitchFamily="49" charset="0"/>
              </a:rPr>
              <a:t>%s</a:t>
            </a:r>
            <a:r>
              <a:rPr lang="en-US" sz="1000" b="0" dirty="0">
                <a:solidFill>
                  <a:srgbClr val="EE0000"/>
                </a:solidFill>
                <a:effectLst/>
                <a:latin typeface="Consolas" panose="020B0609020204030204" pitchFamily="49" charset="0"/>
              </a:rPr>
              <a:t>\n</a:t>
            </a:r>
            <a:r>
              <a:rPr lang="en-US" sz="1000" b="0" dirty="0">
                <a:solidFill>
                  <a:srgbClr val="0F4A85"/>
                </a:solidFill>
                <a:effectLst/>
                <a:latin typeface="Consolas" panose="020B0609020204030204" pitchFamily="49" charset="0"/>
              </a:rPr>
              <a:t>"</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patient</a:t>
            </a:r>
            <a:r>
              <a:rPr lang="en-US" sz="1000" b="0" dirty="0" err="1">
                <a:solidFill>
                  <a:srgbClr val="292929"/>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firstname</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patient</a:t>
            </a:r>
            <a:r>
              <a:rPr lang="en-US" sz="1000" b="0" dirty="0" err="1">
                <a:solidFill>
                  <a:srgbClr val="292929"/>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surname</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B5200D"/>
                </a:solidFill>
                <a:effectLst/>
                <a:latin typeface="Consolas" panose="020B0609020204030204" pitchFamily="49" charset="0"/>
              </a:rPr>
              <a:t>if</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patient</a:t>
            </a:r>
            <a:r>
              <a:rPr lang="en-US" sz="1000" b="0" dirty="0" err="1">
                <a:solidFill>
                  <a:srgbClr val="292929"/>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gender</a:t>
            </a:r>
            <a:r>
              <a:rPr lang="en-US" sz="1000" b="0" dirty="0">
                <a:solidFill>
                  <a:srgbClr val="292929"/>
                </a:solidFill>
                <a:effectLst/>
                <a:latin typeface="Consolas" panose="020B0609020204030204" pitchFamily="49" charset="0"/>
              </a:rPr>
              <a:t> </a:t>
            </a:r>
            <a:r>
              <a:rPr lang="en-US" sz="1000" b="0" dirty="0">
                <a:solidFill>
                  <a:srgbClr val="000000"/>
                </a:solidFill>
                <a:effectLst/>
                <a:latin typeface="Consolas" panose="020B0609020204030204" pitchFamily="49" charset="0"/>
              </a:rPr>
              <a:t>==</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MALE</a:t>
            </a: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printf</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  Gender: is male</a:t>
            </a:r>
            <a:r>
              <a:rPr lang="en-US" sz="1000" b="0" dirty="0">
                <a:solidFill>
                  <a:srgbClr val="EE0000"/>
                </a:solidFill>
                <a:effectLst/>
                <a:latin typeface="Consolas" panose="020B0609020204030204" pitchFamily="49" charset="0"/>
              </a:rPr>
              <a:t>\n</a:t>
            </a:r>
            <a:r>
              <a:rPr lang="en-US" sz="1000" b="0" dirty="0">
                <a:solidFill>
                  <a:srgbClr val="0F4A85"/>
                </a:solidFill>
                <a:effectLst/>
                <a:latin typeface="Consolas" panose="020B0609020204030204" pitchFamily="49" charset="0"/>
              </a:rPr>
              <a:t>"</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B5200D"/>
                </a:solidFill>
                <a:effectLst/>
                <a:latin typeface="Consolas" panose="020B0609020204030204" pitchFamily="49" charset="0"/>
              </a:rPr>
              <a:t>else</a:t>
            </a:r>
            <a:r>
              <a:rPr lang="en-US" sz="1000" b="0" dirty="0">
                <a:solidFill>
                  <a:srgbClr val="292929"/>
                </a:solidFill>
                <a:effectLst/>
                <a:latin typeface="Consolas" panose="020B0609020204030204" pitchFamily="49" charset="0"/>
              </a:rPr>
              <a:t> </a:t>
            </a:r>
            <a:r>
              <a:rPr lang="en-US" sz="1000" b="0" dirty="0">
                <a:solidFill>
                  <a:srgbClr val="B5200D"/>
                </a:solidFill>
                <a:effectLst/>
                <a:latin typeface="Consolas" panose="020B0609020204030204" pitchFamily="49" charset="0"/>
              </a:rPr>
              <a:t>if</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patient</a:t>
            </a:r>
            <a:r>
              <a:rPr lang="en-US" sz="1000" b="0" dirty="0" err="1">
                <a:solidFill>
                  <a:srgbClr val="292929"/>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gender</a:t>
            </a:r>
            <a:r>
              <a:rPr lang="en-US" sz="1000" b="0" dirty="0">
                <a:solidFill>
                  <a:srgbClr val="292929"/>
                </a:solidFill>
                <a:effectLst/>
                <a:latin typeface="Consolas" panose="020B0609020204030204" pitchFamily="49" charset="0"/>
              </a:rPr>
              <a:t> </a:t>
            </a:r>
            <a:r>
              <a:rPr lang="en-US" sz="1000" b="0" dirty="0">
                <a:solidFill>
                  <a:srgbClr val="000000"/>
                </a:solidFill>
                <a:effectLst/>
                <a:latin typeface="Consolas" panose="020B0609020204030204" pitchFamily="49" charset="0"/>
              </a:rPr>
              <a:t>==</a:t>
            </a:r>
            <a:r>
              <a:rPr lang="en-US" sz="1000" b="0" dirty="0">
                <a:solidFill>
                  <a:srgbClr val="292929"/>
                </a:solidFill>
                <a:effectLst/>
                <a:latin typeface="Consolas" panose="020B0609020204030204" pitchFamily="49" charset="0"/>
              </a:rPr>
              <a:t> </a:t>
            </a:r>
            <a:r>
              <a:rPr lang="en-US" sz="1000" b="0" dirty="0">
                <a:solidFill>
                  <a:srgbClr val="0F4A85"/>
                </a:solidFill>
                <a:effectLst/>
                <a:latin typeface="Consolas" panose="020B0609020204030204" pitchFamily="49" charset="0"/>
              </a:rPr>
              <a:t>FEMALE</a:t>
            </a: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printf</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  Gender: female,</a:t>
            </a:r>
            <a:r>
              <a:rPr lang="en-US" sz="1000" b="0" dirty="0">
                <a:solidFill>
                  <a:srgbClr val="EE0000"/>
                </a:solidFill>
                <a:effectLst/>
                <a:latin typeface="Consolas" panose="020B0609020204030204" pitchFamily="49" charset="0"/>
              </a:rPr>
              <a:t>\n</a:t>
            </a:r>
            <a:r>
              <a:rPr lang="en-US" sz="1000" b="0" dirty="0">
                <a:solidFill>
                  <a:srgbClr val="0F4A85"/>
                </a:solidFill>
                <a:effectLst/>
                <a:latin typeface="Consolas" panose="020B0609020204030204" pitchFamily="49" charset="0"/>
              </a:rPr>
              <a:t>"</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a:solidFill>
                  <a:srgbClr val="B5200D"/>
                </a:solidFill>
                <a:effectLst/>
                <a:latin typeface="Consolas" panose="020B0609020204030204" pitchFamily="49" charset="0"/>
              </a:rPr>
              <a:t>else</a:t>
            </a: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printf</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  Gender: defined incorrectly</a:t>
            </a:r>
            <a:r>
              <a:rPr lang="en-US" sz="1000" b="0" dirty="0">
                <a:solidFill>
                  <a:srgbClr val="EE0000"/>
                </a:solidFill>
                <a:effectLst/>
                <a:latin typeface="Consolas" panose="020B0609020204030204" pitchFamily="49" charset="0"/>
              </a:rPr>
              <a:t>\n</a:t>
            </a:r>
            <a:r>
              <a:rPr lang="en-US" sz="1000" b="0" dirty="0">
                <a:solidFill>
                  <a:srgbClr val="0F4A85"/>
                </a:solidFill>
                <a:effectLst/>
                <a:latin typeface="Consolas" panose="020B0609020204030204" pitchFamily="49" charset="0"/>
              </a:rPr>
              <a:t>"</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    }</a:t>
            </a:r>
          </a:p>
          <a:p>
            <a:pPr marL="228600" indent="-228600">
              <a:buFont typeface="+mj-lt"/>
              <a:buAutoNum type="arabicPeriod"/>
            </a:pPr>
            <a:r>
              <a:rPr lang="en-US" sz="1000" b="0" dirty="0">
                <a:solidFill>
                  <a:srgbClr val="292929"/>
                </a:solidFill>
                <a:effectLst/>
                <a:latin typeface="Consolas" panose="020B0609020204030204" pitchFamily="49" charset="0"/>
              </a:rPr>
              <a:t>    </a:t>
            </a:r>
            <a:r>
              <a:rPr lang="en-US" sz="1000" b="0" dirty="0" err="1">
                <a:solidFill>
                  <a:srgbClr val="5E2CBC"/>
                </a:solidFill>
                <a:effectLst/>
                <a:latin typeface="Consolas" panose="020B0609020204030204" pitchFamily="49" charset="0"/>
              </a:rPr>
              <a:t>printf</a:t>
            </a:r>
            <a:r>
              <a:rPr lang="en-US" sz="1000" b="0" dirty="0">
                <a:solidFill>
                  <a:srgbClr val="292929"/>
                </a:solidFill>
                <a:effectLst/>
                <a:latin typeface="Consolas" panose="020B0609020204030204" pitchFamily="49" charset="0"/>
              </a:rPr>
              <a:t>(</a:t>
            </a:r>
            <a:r>
              <a:rPr lang="en-US" sz="1000" b="0" dirty="0">
                <a:solidFill>
                  <a:srgbClr val="0F4A85"/>
                </a:solidFill>
                <a:effectLst/>
                <a:latin typeface="Consolas" panose="020B0609020204030204" pitchFamily="49" charset="0"/>
              </a:rPr>
              <a:t>"  age: </a:t>
            </a:r>
            <a:r>
              <a:rPr lang="en-US" sz="1000" b="0" dirty="0">
                <a:solidFill>
                  <a:srgbClr val="001080"/>
                </a:solidFill>
                <a:effectLst/>
                <a:latin typeface="Consolas" panose="020B0609020204030204" pitchFamily="49" charset="0"/>
              </a:rPr>
              <a:t>%u</a:t>
            </a:r>
            <a:r>
              <a:rPr lang="en-US" sz="1000" b="0" dirty="0">
                <a:solidFill>
                  <a:srgbClr val="EE0000"/>
                </a:solidFill>
                <a:effectLst/>
                <a:latin typeface="Consolas" panose="020B0609020204030204" pitchFamily="49" charset="0"/>
              </a:rPr>
              <a:t>\n</a:t>
            </a:r>
            <a:r>
              <a:rPr lang="en-US" sz="1000" b="0" dirty="0">
                <a:solidFill>
                  <a:srgbClr val="0F4A85"/>
                </a:solidFill>
                <a:effectLst/>
                <a:latin typeface="Consolas" panose="020B0609020204030204" pitchFamily="49" charset="0"/>
              </a:rPr>
              <a:t>"</a:t>
            </a:r>
            <a:r>
              <a:rPr lang="en-US" sz="1000" b="0" dirty="0">
                <a:solidFill>
                  <a:srgbClr val="292929"/>
                </a:solidFill>
                <a:effectLst/>
                <a:latin typeface="Consolas" panose="020B0609020204030204" pitchFamily="49" charset="0"/>
              </a:rPr>
              <a:t>, </a:t>
            </a:r>
            <a:r>
              <a:rPr lang="en-US" sz="1000" b="0" dirty="0" err="1">
                <a:solidFill>
                  <a:srgbClr val="001080"/>
                </a:solidFill>
                <a:effectLst/>
                <a:latin typeface="Consolas" panose="020B0609020204030204" pitchFamily="49" charset="0"/>
              </a:rPr>
              <a:t>patient</a:t>
            </a:r>
            <a:r>
              <a:rPr lang="en-US" sz="1000" b="0" dirty="0" err="1">
                <a:solidFill>
                  <a:srgbClr val="292929"/>
                </a:solidFill>
                <a:effectLst/>
                <a:latin typeface="Consolas" panose="020B0609020204030204" pitchFamily="49" charset="0"/>
              </a:rPr>
              <a:t>.</a:t>
            </a:r>
            <a:r>
              <a:rPr lang="en-US" sz="1000" b="0" dirty="0" err="1">
                <a:solidFill>
                  <a:srgbClr val="001080"/>
                </a:solidFill>
                <a:effectLst/>
                <a:latin typeface="Consolas" panose="020B0609020204030204" pitchFamily="49" charset="0"/>
              </a:rPr>
              <a:t>age</a:t>
            </a:r>
            <a:r>
              <a:rPr lang="en-US" sz="1000" b="0" dirty="0">
                <a:solidFill>
                  <a:srgbClr val="292929"/>
                </a:solidFill>
                <a:effectLst/>
                <a:latin typeface="Consolas" panose="020B0609020204030204" pitchFamily="49" charset="0"/>
              </a:rPr>
              <a:t>);</a:t>
            </a:r>
          </a:p>
          <a:p>
            <a:pPr marL="228600" indent="-228600">
              <a:buFont typeface="+mj-lt"/>
              <a:buAutoNum type="arabicPeriod"/>
            </a:pPr>
            <a:r>
              <a:rPr lang="en-US" sz="1000" b="0" dirty="0">
                <a:solidFill>
                  <a:srgbClr val="292929"/>
                </a:solidFill>
                <a:effectLst/>
                <a:latin typeface="Consolas" panose="020B0609020204030204" pitchFamily="49" charset="0"/>
              </a:rPr>
              <a:t>}</a:t>
            </a:r>
          </a:p>
        </p:txBody>
      </p:sp>
    </p:spTree>
    <p:extLst>
      <p:ext uri="{BB962C8B-B14F-4D97-AF65-F5344CB8AC3E}">
        <p14:creationId xmlns:p14="http://schemas.microsoft.com/office/powerpoint/2010/main" val="411052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AAU">
      <a:majorFont>
        <a:latin typeface="Arial Black"/>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603602-65E0-48FA-BF06-563C46D1CC25}">
  <ds:schemaRefs>
    <ds:schemaRef ds:uri="http://schemas.microsoft.com/office/infopath/2007/PartnerControls"/>
    <ds:schemaRef ds:uri="http://purl.org/dc/elements/1.1/"/>
    <ds:schemaRef ds:uri="http://purl.org/dc/dcmitype/"/>
    <ds:schemaRef ds:uri="http://www.w3.org/XML/1998/namespace"/>
    <ds:schemaRef ds:uri="1790affa-1f64-4e58-8dd7-745390e575dd"/>
    <ds:schemaRef ds:uri="http://purl.org/dc/terms/"/>
    <ds:schemaRef ds:uri="http://schemas.microsoft.com/office/2006/documentManagement/types"/>
    <ds:schemaRef ds:uri="http://schemas.openxmlformats.org/package/2006/metadata/core-properties"/>
    <ds:schemaRef ds:uri="5eaab4c3-db73-4b93-9200-350b498c50e8"/>
    <ds:schemaRef ds:uri="http://schemas.microsoft.com/office/2006/metadata/properties"/>
  </ds:schemaRefs>
</ds:datastoreItem>
</file>

<file path=customXml/itemProps2.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3513</TotalTime>
  <Words>4855</Words>
  <Application>Microsoft Office PowerPoint</Application>
  <PresentationFormat>Widescreen</PresentationFormat>
  <Paragraphs>712</Paragraphs>
  <Slides>44</Slides>
  <Notes>0</Notes>
  <HiddenSlides>10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Cambria Math</vt:lpstr>
      <vt:lpstr>Consolas</vt:lpstr>
      <vt:lpstr>Google Sans</vt:lpstr>
      <vt:lpstr>Open Sans</vt:lpstr>
      <vt:lpstr>AAU PowerPoint</vt:lpstr>
      <vt:lpstr>Programmering</vt:lpstr>
      <vt:lpstr>Recap</vt:lpstr>
      <vt:lpstr>Opgave Q1</vt:lpstr>
      <vt:lpstr>Opgave A1</vt:lpstr>
      <vt:lpstr>Læringsmål idag</vt:lpstr>
      <vt:lpstr>Læringsmål gennemgang idag</vt:lpstr>
      <vt:lpstr>Structures (struct)</vt:lpstr>
      <vt:lpstr>Structures</vt:lpstr>
      <vt:lpstr>Opgave: Opret en simpel sensorstruct </vt:lpstr>
      <vt:lpstr>Structures</vt:lpstr>
      <vt:lpstr>Structures</vt:lpstr>
      <vt:lpstr>Opgave: patient1 Patient Journal</vt:lpstr>
      <vt:lpstr>A basic Patient Journal – Solution</vt:lpstr>
      <vt:lpstr>DO YOU KNOW WHAT TIME IT IS?! </vt:lpstr>
      <vt:lpstr>Struct eksempel: #include &lt;time.h&gt; timer</vt:lpstr>
      <vt:lpstr>Størrelsen af en struct</vt:lpstr>
      <vt:lpstr>Læringsmål idag</vt:lpstr>
      <vt:lpstr>Unions</vt:lpstr>
      <vt:lpstr>Quake’s Graphics Engine Fast inverse square root og UNIONS</vt:lpstr>
      <vt:lpstr>Opgave: union1</vt:lpstr>
      <vt:lpstr>Opgave: union1</vt:lpstr>
      <vt:lpstr>Læringsmål idag</vt:lpstr>
      <vt:lpstr>Enumerations</vt:lpstr>
      <vt:lpstr>Enum example with errr codes</vt:lpstr>
      <vt:lpstr>Enum Usecases</vt:lpstr>
      <vt:lpstr>Læringsmål idag</vt:lpstr>
      <vt:lpstr>Struct and array</vt:lpstr>
      <vt:lpstr>Opgaver </vt:lpstr>
      <vt:lpstr>Opgave: example_timemodule ctime </vt:lpstr>
      <vt:lpstr>Opgave: example_timemodule ctime </vt:lpstr>
      <vt:lpstr>Opgave: esp32_enumerate</vt:lpstr>
      <vt:lpstr>opgave: patient2 Patient Journal</vt:lpstr>
      <vt:lpstr>opgave: patient3 Patient Journal</vt:lpstr>
      <vt:lpstr>opgave: patient4 Patient Journal</vt:lpstr>
      <vt:lpstr>Gennemgang af opgaveløsning fra sidste kursusgang</vt:lpstr>
      <vt:lpstr>Gennemgang af opgaveløsning fra sidste kursusgang</vt:lpstr>
      <vt:lpstr>Gennemgang af opgaveløsning fra sidste kursusgang</vt:lpstr>
      <vt:lpstr>Unicode til UTF-8 format</vt:lpstr>
      <vt:lpstr>Unicode tekst til et UTF8 byte array</vt:lpstr>
      <vt:lpstr>Fra 2-byte UTF8 kode til Unicode Symbol </vt:lpstr>
      <vt:lpstr>Hvordan bruger man mere end 2 filer og hvorfor? eksempel</vt:lpstr>
      <vt:lpstr>Hvordan bruger man mere end 2 filer og hvorfor?</vt:lpstr>
      <vt:lpstr>Opgave #include &lt;time.h&gt; </vt:lpstr>
      <vt:lpstr>Question When was Tommy born</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72</cp:revision>
  <cp:lastPrinted>2017-03-09T03:48:56Z</cp:lastPrinted>
  <dcterms:created xsi:type="dcterms:W3CDTF">2018-09-13T08:06:32Z</dcterms:created>
  <dcterms:modified xsi:type="dcterms:W3CDTF">2025-10-29T10:31:07Z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